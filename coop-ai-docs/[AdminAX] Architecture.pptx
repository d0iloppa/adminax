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D3C"/>
    <a:srgbClr val="DEEAF8"/>
    <a:srgbClr val="E6E7FC"/>
    <a:srgbClr val="E1E7F7"/>
    <a:srgbClr val="F0F7EF"/>
    <a:srgbClr val="F7F9F8"/>
    <a:srgbClr val="E7F0F9"/>
    <a:srgbClr val="E3EDF9"/>
    <a:srgbClr val="F2F2F2"/>
    <a:srgbClr val="F3F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04EBA-0714-48AB-A5D6-AA5D62687F88}" v="273" dt="2026-03-13T05:57:54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7" autoAdjust="0"/>
    <p:restoredTop sz="94324" autoAdjust="0"/>
  </p:normalViewPr>
  <p:slideViewPr>
    <p:cSldViewPr snapToGrid="0" showGuides="1">
      <p:cViewPr>
        <p:scale>
          <a:sx n="75" d="100"/>
          <a:sy n="75" d="100"/>
        </p:scale>
        <p:origin x="1992" y="6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도일 권" userId="a879d1e4bdbbca67" providerId="LiveId" clId="{2A8758A8-DE4B-43E2-9399-252FCB4267A0}"/>
    <pc:docChg chg="undo custSel addSld delSld modSld sldOrd">
      <pc:chgData name="도일 권" userId="a879d1e4bdbbca67" providerId="LiveId" clId="{2A8758A8-DE4B-43E2-9399-252FCB4267A0}" dt="2026-03-13T05:58:00.867" v="3156" actId="1076"/>
      <pc:docMkLst>
        <pc:docMk/>
      </pc:docMkLst>
      <pc:sldChg chg="del">
        <pc:chgData name="도일 권" userId="a879d1e4bdbbca67" providerId="LiveId" clId="{2A8758A8-DE4B-43E2-9399-252FCB4267A0}" dt="2026-03-13T05:08:24.925" v="629" actId="47"/>
        <pc:sldMkLst>
          <pc:docMk/>
          <pc:sldMk cId="435263446" sldId="256"/>
        </pc:sldMkLst>
      </pc:sldChg>
      <pc:sldChg chg="add del">
        <pc:chgData name="도일 권" userId="a879d1e4bdbbca67" providerId="LiveId" clId="{2A8758A8-DE4B-43E2-9399-252FCB4267A0}" dt="2026-03-13T04:47:09.857" v="2" actId="47"/>
        <pc:sldMkLst>
          <pc:docMk/>
          <pc:sldMk cId="4061125458" sldId="257"/>
        </pc:sldMkLst>
      </pc:sldChg>
      <pc:sldChg chg="addSp delSp modSp mod ord">
        <pc:chgData name="도일 권" userId="a879d1e4bdbbca67" providerId="LiveId" clId="{2A8758A8-DE4B-43E2-9399-252FCB4267A0}" dt="2026-03-13T05:58:00.867" v="3156" actId="1076"/>
        <pc:sldMkLst>
          <pc:docMk/>
          <pc:sldMk cId="3579880587" sldId="258"/>
        </pc:sldMkLst>
        <pc:spChg chg="add">
          <ac:chgData name="도일 권" userId="a879d1e4bdbbca67" providerId="LiveId" clId="{2A8758A8-DE4B-43E2-9399-252FCB4267A0}" dt="2026-03-13T04:47:11.462" v="3"/>
          <ac:spMkLst>
            <pc:docMk/>
            <pc:sldMk cId="3579880587" sldId="258"/>
            <ac:spMk id="2" creationId="{589A5EA4-D2CB-32A1-940A-D5EC52651E24}"/>
          </ac:spMkLst>
        </pc:spChg>
        <pc:spChg chg="add">
          <ac:chgData name="도일 권" userId="a879d1e4bdbbca67" providerId="LiveId" clId="{2A8758A8-DE4B-43E2-9399-252FCB4267A0}" dt="2026-03-13T04:47:17.677" v="6"/>
          <ac:spMkLst>
            <pc:docMk/>
            <pc:sldMk cId="3579880587" sldId="258"/>
            <ac:spMk id="3" creationId="{79F06A73-7578-7A6A-F450-48A58209735E}"/>
          </ac:spMkLst>
        </pc:spChg>
        <pc:spChg chg="add del mod">
          <ac:chgData name="도일 권" userId="a879d1e4bdbbca67" providerId="LiveId" clId="{2A8758A8-DE4B-43E2-9399-252FCB4267A0}" dt="2026-03-13T04:49:43.947" v="34"/>
          <ac:spMkLst>
            <pc:docMk/>
            <pc:sldMk cId="3579880587" sldId="258"/>
            <ac:spMk id="19" creationId="{E51747F2-035B-B919-B553-86AD3E2317DD}"/>
          </ac:spMkLst>
        </pc:spChg>
        <pc:spChg chg="add mod">
          <ac:chgData name="도일 권" userId="a879d1e4bdbbca67" providerId="LiveId" clId="{2A8758A8-DE4B-43E2-9399-252FCB4267A0}" dt="2026-03-13T04:56:46.277" v="255" actId="1076"/>
          <ac:spMkLst>
            <pc:docMk/>
            <pc:sldMk cId="3579880587" sldId="258"/>
            <ac:spMk id="23" creationId="{3280DF3B-869E-065A-A4E6-587DDAE70A21}"/>
          </ac:spMkLst>
        </pc:spChg>
        <pc:spChg chg="add mod">
          <ac:chgData name="도일 권" userId="a879d1e4bdbbca67" providerId="LiveId" clId="{2A8758A8-DE4B-43E2-9399-252FCB4267A0}" dt="2026-03-13T04:57:37.982" v="279" actId="552"/>
          <ac:spMkLst>
            <pc:docMk/>
            <pc:sldMk cId="3579880587" sldId="258"/>
            <ac:spMk id="24" creationId="{693487F3-661A-502F-B53F-77F3AD5F0BDE}"/>
          </ac:spMkLst>
        </pc:spChg>
        <pc:spChg chg="add mod">
          <ac:chgData name="도일 권" userId="a879d1e4bdbbca67" providerId="LiveId" clId="{2A8758A8-DE4B-43E2-9399-252FCB4267A0}" dt="2026-03-13T04:52:09.048" v="115" actId="1037"/>
          <ac:spMkLst>
            <pc:docMk/>
            <pc:sldMk cId="3579880587" sldId="258"/>
            <ac:spMk id="25" creationId="{F542854A-4967-FD6A-5C14-2940B7D3E587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33" creationId="{6A94C1A3-E92A-B601-5AEB-AC15FEF546FC}"/>
          </ac:spMkLst>
        </pc:spChg>
        <pc:spChg chg="mod">
          <ac:chgData name="도일 권" userId="a879d1e4bdbbca67" providerId="LiveId" clId="{2A8758A8-DE4B-43E2-9399-252FCB4267A0}" dt="2026-03-13T05:32:20.670" v="1917" actId="14100"/>
          <ac:spMkLst>
            <pc:docMk/>
            <pc:sldMk cId="3579880587" sldId="258"/>
            <ac:spMk id="39" creationId="{EBB7AF0A-5559-0226-A8F1-5D24AA701DD5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42" creationId="{660C4015-C48C-50CA-742A-FD2BC7E288D6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50" creationId="{EFF8EC1F-9A6B-6494-9461-3639D8CAA5C6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55" creationId="{3DAAD5B5-0064-DCC4-CBF6-78442E0F2B3A}"/>
          </ac:spMkLst>
        </pc:spChg>
        <pc:spChg chg="mod">
          <ac:chgData name="도일 권" userId="a879d1e4bdbbca67" providerId="LiveId" clId="{2A8758A8-DE4B-43E2-9399-252FCB4267A0}" dt="2026-03-13T04:48:33.213" v="20" actId="34135"/>
          <ac:spMkLst>
            <pc:docMk/>
            <pc:sldMk cId="3579880587" sldId="258"/>
            <ac:spMk id="59" creationId="{83ED4178-10AF-6502-5DD5-2DBE697FBD5F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61" creationId="{4EF07D1C-19EE-4128-2E28-1542BB208CF9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62" creationId="{65ABD88F-B0D0-9D1C-3C12-8A27DD9D5477}"/>
          </ac:spMkLst>
        </pc:spChg>
        <pc:spChg chg="mod">
          <ac:chgData name="도일 권" userId="a879d1e4bdbbca67" providerId="LiveId" clId="{2A8758A8-DE4B-43E2-9399-252FCB4267A0}" dt="2026-03-13T04:58:51.246" v="323" actId="692"/>
          <ac:spMkLst>
            <pc:docMk/>
            <pc:sldMk cId="3579880587" sldId="258"/>
            <ac:spMk id="63" creationId="{AD1AB294-2638-AA3F-321D-75852C717059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64" creationId="{0C6F02DD-8994-2020-167E-99B2B17A4538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65" creationId="{08C297A3-8DC2-B8B1-DE5C-5DEFFC384D2F}"/>
          </ac:spMkLst>
        </pc:spChg>
        <pc:spChg chg="mod">
          <ac:chgData name="도일 권" userId="a879d1e4bdbbca67" providerId="LiveId" clId="{2A8758A8-DE4B-43E2-9399-252FCB4267A0}" dt="2026-03-13T05:03:24.633" v="439"/>
          <ac:spMkLst>
            <pc:docMk/>
            <pc:sldMk cId="3579880587" sldId="258"/>
            <ac:spMk id="66" creationId="{208032F1-E1F1-6EDF-A93E-2E8023406175}"/>
          </ac:spMkLst>
        </pc:spChg>
        <pc:spChg chg="add mod">
          <ac:chgData name="도일 권" userId="a879d1e4bdbbca67" providerId="LiveId" clId="{2A8758A8-DE4B-43E2-9399-252FCB4267A0}" dt="2026-03-13T04:56:59.157" v="266" actId="1076"/>
          <ac:spMkLst>
            <pc:docMk/>
            <pc:sldMk cId="3579880587" sldId="258"/>
            <ac:spMk id="71" creationId="{FF756650-7D8B-735E-ACB2-BC94F3DBD57C}"/>
          </ac:spMkLst>
        </pc:spChg>
        <pc:spChg chg="mod">
          <ac:chgData name="도일 권" userId="a879d1e4bdbbca67" providerId="LiveId" clId="{2A8758A8-DE4B-43E2-9399-252FCB4267A0}" dt="2026-03-13T04:48:33.213" v="20" actId="34135"/>
          <ac:spMkLst>
            <pc:docMk/>
            <pc:sldMk cId="3579880587" sldId="258"/>
            <ac:spMk id="72" creationId="{7B76E8EC-2553-8020-8842-65B24930FF37}"/>
          </ac:spMkLst>
        </pc:spChg>
        <pc:spChg chg="add mod">
          <ac:chgData name="도일 권" userId="a879d1e4bdbbca67" providerId="LiveId" clId="{2A8758A8-DE4B-43E2-9399-252FCB4267A0}" dt="2026-03-13T05:02:37.080" v="427" actId="552"/>
          <ac:spMkLst>
            <pc:docMk/>
            <pc:sldMk cId="3579880587" sldId="258"/>
            <ac:spMk id="74" creationId="{515FFF64-74A1-5396-E2DF-2B74F5AC2C63}"/>
          </ac:spMkLst>
        </pc:spChg>
        <pc:spChg chg="add mod">
          <ac:chgData name="도일 권" userId="a879d1e4bdbbca67" providerId="LiveId" clId="{2A8758A8-DE4B-43E2-9399-252FCB4267A0}" dt="2026-03-13T05:02:48.440" v="438" actId="12789"/>
          <ac:spMkLst>
            <pc:docMk/>
            <pc:sldMk cId="3579880587" sldId="258"/>
            <ac:spMk id="92" creationId="{58BE0C50-6FC6-0CB1-D2BF-01F779A6E87C}"/>
          </ac:spMkLst>
        </pc:spChg>
        <pc:spChg chg="mod">
          <ac:chgData name="도일 권" userId="a879d1e4bdbbca67" providerId="LiveId" clId="{2A8758A8-DE4B-43E2-9399-252FCB4267A0}" dt="2026-03-13T05:06:31.815" v="537" actId="1036"/>
          <ac:spMkLst>
            <pc:docMk/>
            <pc:sldMk cId="3579880587" sldId="258"/>
            <ac:spMk id="93" creationId="{168F7BED-AE26-A7EA-9A1C-FA10B45A929D}"/>
          </ac:spMkLst>
        </pc:spChg>
        <pc:spChg chg="add mod">
          <ac:chgData name="도일 권" userId="a879d1e4bdbbca67" providerId="LiveId" clId="{2A8758A8-DE4B-43E2-9399-252FCB4267A0}" dt="2026-03-13T05:11:23.944" v="820" actId="1036"/>
          <ac:spMkLst>
            <pc:docMk/>
            <pc:sldMk cId="3579880587" sldId="258"/>
            <ac:spMk id="94" creationId="{FB50027F-3E92-ED7B-9552-5A9F25348A5B}"/>
          </ac:spMkLst>
        </pc:spChg>
        <pc:spChg chg="add mod">
          <ac:chgData name="도일 권" userId="a879d1e4bdbbca67" providerId="LiveId" clId="{2A8758A8-DE4B-43E2-9399-252FCB4267A0}" dt="2026-03-13T05:56:52.034" v="3106" actId="20577"/>
          <ac:spMkLst>
            <pc:docMk/>
            <pc:sldMk cId="3579880587" sldId="258"/>
            <ac:spMk id="95" creationId="{75BA9EEF-430E-D5CB-7A68-BEA1DC997C7B}"/>
          </ac:spMkLst>
        </pc:spChg>
        <pc:spChg chg="add mod">
          <ac:chgData name="도일 권" userId="a879d1e4bdbbca67" providerId="LiveId" clId="{2A8758A8-DE4B-43E2-9399-252FCB4267A0}" dt="2026-03-13T05:57:10.212" v="3132"/>
          <ac:spMkLst>
            <pc:docMk/>
            <pc:sldMk cId="3579880587" sldId="258"/>
            <ac:spMk id="96" creationId="{520FCA10-34B2-14F3-ABF4-728EE0C58EE7}"/>
          </ac:spMkLst>
        </pc:spChg>
        <pc:spChg chg="add mod">
          <ac:chgData name="도일 권" userId="a879d1e4bdbbca67" providerId="LiveId" clId="{2A8758A8-DE4B-43E2-9399-252FCB4267A0}" dt="2026-03-13T05:08:19.056" v="628" actId="20577"/>
          <ac:spMkLst>
            <pc:docMk/>
            <pc:sldMk cId="3579880587" sldId="258"/>
            <ac:spMk id="97" creationId="{5B4E4AB0-DA2B-ADB1-4D49-D93679B883A0}"/>
          </ac:spMkLst>
        </pc:spChg>
        <pc:spChg chg="add mod">
          <ac:chgData name="도일 권" userId="a879d1e4bdbbca67" providerId="LiveId" clId="{2A8758A8-DE4B-43E2-9399-252FCB4267A0}" dt="2026-03-13T05:32:48.655" v="1923" actId="1035"/>
          <ac:spMkLst>
            <pc:docMk/>
            <pc:sldMk cId="3579880587" sldId="258"/>
            <ac:spMk id="98" creationId="{9CA1A612-B9AC-40C3-62C9-B2F52A13079E}"/>
          </ac:spMkLst>
        </pc:spChg>
        <pc:spChg chg="add del mod">
          <ac:chgData name="도일 권" userId="a879d1e4bdbbca67" providerId="LiveId" clId="{2A8758A8-DE4B-43E2-9399-252FCB4267A0}" dt="2026-03-13T05:09:22.387" v="668" actId="478"/>
          <ac:spMkLst>
            <pc:docMk/>
            <pc:sldMk cId="3579880587" sldId="258"/>
            <ac:spMk id="99" creationId="{1972D699-69CE-0C06-E425-4AFC8962CF30}"/>
          </ac:spMkLst>
        </pc:spChg>
        <pc:spChg chg="add del">
          <ac:chgData name="도일 권" userId="a879d1e4bdbbca67" providerId="LiveId" clId="{2A8758A8-DE4B-43E2-9399-252FCB4267A0}" dt="2026-03-13T05:09:25.841" v="670" actId="22"/>
          <ac:spMkLst>
            <pc:docMk/>
            <pc:sldMk cId="3579880587" sldId="258"/>
            <ac:spMk id="101" creationId="{33B2AF33-5578-E05B-B166-2B898B23ED7E}"/>
          </ac:spMkLst>
        </pc:spChg>
        <pc:spChg chg="add mod">
          <ac:chgData name="도일 권" userId="a879d1e4bdbbca67" providerId="LiveId" clId="{2A8758A8-DE4B-43E2-9399-252FCB4267A0}" dt="2026-03-13T05:32:48.655" v="1923" actId="1035"/>
          <ac:spMkLst>
            <pc:docMk/>
            <pc:sldMk cId="3579880587" sldId="258"/>
            <ac:spMk id="103" creationId="{E1B70098-E479-B4DB-52B0-96DCBF8360F2}"/>
          </ac:spMkLst>
        </pc:spChg>
        <pc:spChg chg="add mod">
          <ac:chgData name="도일 권" userId="a879d1e4bdbbca67" providerId="LiveId" clId="{2A8758A8-DE4B-43E2-9399-252FCB4267A0}" dt="2026-03-13T05:10:55.386" v="819" actId="552"/>
          <ac:spMkLst>
            <pc:docMk/>
            <pc:sldMk cId="3579880587" sldId="258"/>
            <ac:spMk id="104" creationId="{F1165C9E-6F39-3CFB-0CF7-D10CC67B7824}"/>
          </ac:spMkLst>
        </pc:spChg>
        <pc:spChg chg="add mod">
          <ac:chgData name="도일 권" userId="a879d1e4bdbbca67" providerId="LiveId" clId="{2A8758A8-DE4B-43E2-9399-252FCB4267A0}" dt="2026-03-13T05:10:55.386" v="819" actId="552"/>
          <ac:spMkLst>
            <pc:docMk/>
            <pc:sldMk cId="3579880587" sldId="258"/>
            <ac:spMk id="105" creationId="{8751E956-2F87-7C54-4631-A3A603D891D3}"/>
          </ac:spMkLst>
        </pc:spChg>
        <pc:spChg chg="add mod">
          <ac:chgData name="도일 권" userId="a879d1e4bdbbca67" providerId="LiveId" clId="{2A8758A8-DE4B-43E2-9399-252FCB4267A0}" dt="2026-03-13T05:11:46.300" v="868" actId="1038"/>
          <ac:spMkLst>
            <pc:docMk/>
            <pc:sldMk cId="3579880587" sldId="258"/>
            <ac:spMk id="106" creationId="{E24CF0FE-E910-A1CA-A3BC-88EF6AB7B179}"/>
          </ac:spMkLst>
        </pc:spChg>
        <pc:spChg chg="add mod">
          <ac:chgData name="도일 권" userId="a879d1e4bdbbca67" providerId="LiveId" clId="{2A8758A8-DE4B-43E2-9399-252FCB4267A0}" dt="2026-03-13T05:12:20.913" v="902" actId="1076"/>
          <ac:spMkLst>
            <pc:docMk/>
            <pc:sldMk cId="3579880587" sldId="258"/>
            <ac:spMk id="107" creationId="{6B3F16C7-006D-7F17-6159-0D321A55FE78}"/>
          </ac:spMkLst>
        </pc:spChg>
        <pc:spChg chg="add mod">
          <ac:chgData name="도일 권" userId="a879d1e4bdbbca67" providerId="LiveId" clId="{2A8758A8-DE4B-43E2-9399-252FCB4267A0}" dt="2026-03-13T05:12:26.152" v="904" actId="1076"/>
          <ac:spMkLst>
            <pc:docMk/>
            <pc:sldMk cId="3579880587" sldId="258"/>
            <ac:spMk id="108" creationId="{7B43DEE9-FFAF-655C-A31D-D0B2174660D5}"/>
          </ac:spMkLst>
        </pc:spChg>
        <pc:spChg chg="add mod">
          <ac:chgData name="도일 권" userId="a879d1e4bdbbca67" providerId="LiveId" clId="{2A8758A8-DE4B-43E2-9399-252FCB4267A0}" dt="2026-03-13T05:12:42.200" v="936"/>
          <ac:spMkLst>
            <pc:docMk/>
            <pc:sldMk cId="3579880587" sldId="258"/>
            <ac:spMk id="109" creationId="{25718E6C-4BBD-0B90-F974-55BEAFE41622}"/>
          </ac:spMkLst>
        </pc:spChg>
        <pc:spChg chg="add mod">
          <ac:chgData name="도일 권" userId="a879d1e4bdbbca67" providerId="LiveId" clId="{2A8758A8-DE4B-43E2-9399-252FCB4267A0}" dt="2026-03-13T05:16:06.307" v="1045" actId="1036"/>
          <ac:spMkLst>
            <pc:docMk/>
            <pc:sldMk cId="3579880587" sldId="258"/>
            <ac:spMk id="111" creationId="{2C9D3520-2566-395A-66DD-2B1F51D3205C}"/>
          </ac:spMkLst>
        </pc:spChg>
        <pc:spChg chg="add mod">
          <ac:chgData name="도일 권" userId="a879d1e4bdbbca67" providerId="LiveId" clId="{2A8758A8-DE4B-43E2-9399-252FCB4267A0}" dt="2026-03-13T05:16:06.307" v="1045" actId="1036"/>
          <ac:spMkLst>
            <pc:docMk/>
            <pc:sldMk cId="3579880587" sldId="258"/>
            <ac:spMk id="112" creationId="{FAB91939-6C95-2198-CCA0-A3C4F134F67B}"/>
          </ac:spMkLst>
        </pc:spChg>
        <pc:spChg chg="add mod">
          <ac:chgData name="도일 권" userId="a879d1e4bdbbca67" providerId="LiveId" clId="{2A8758A8-DE4B-43E2-9399-252FCB4267A0}" dt="2026-03-13T05:53:39.984" v="2918" actId="1036"/>
          <ac:spMkLst>
            <pc:docMk/>
            <pc:sldMk cId="3579880587" sldId="258"/>
            <ac:spMk id="113" creationId="{917EDC18-6B10-B2FA-31E0-238EB7919D9D}"/>
          </ac:spMkLst>
        </pc:spChg>
        <pc:spChg chg="add del mod">
          <ac:chgData name="도일 권" userId="a879d1e4bdbbca67" providerId="LiveId" clId="{2A8758A8-DE4B-43E2-9399-252FCB4267A0}" dt="2026-03-13T05:18:28.270" v="1163" actId="478"/>
          <ac:spMkLst>
            <pc:docMk/>
            <pc:sldMk cId="3579880587" sldId="258"/>
            <ac:spMk id="114" creationId="{02471D21-1B2E-2CCA-D91D-278E80F5A663}"/>
          </ac:spMkLst>
        </pc:spChg>
        <pc:spChg chg="add mod">
          <ac:chgData name="도일 권" userId="a879d1e4bdbbca67" providerId="LiveId" clId="{2A8758A8-DE4B-43E2-9399-252FCB4267A0}" dt="2026-03-13T05:18:42.529" v="1199" actId="1036"/>
          <ac:spMkLst>
            <pc:docMk/>
            <pc:sldMk cId="3579880587" sldId="258"/>
            <ac:spMk id="115" creationId="{2B8D3989-AB3A-30C9-5BC6-DF3DD55B3D6B}"/>
          </ac:spMkLst>
        </pc:spChg>
        <pc:spChg chg="add mod">
          <ac:chgData name="도일 권" userId="a879d1e4bdbbca67" providerId="LiveId" clId="{2A8758A8-DE4B-43E2-9399-252FCB4267A0}" dt="2026-03-13T05:21:29.899" v="1333" actId="552"/>
          <ac:spMkLst>
            <pc:docMk/>
            <pc:sldMk cId="3579880587" sldId="258"/>
            <ac:spMk id="123" creationId="{232D988A-DC61-9E04-F154-BF8CC273E865}"/>
          </ac:spMkLst>
        </pc:spChg>
        <pc:spChg chg="add mod">
          <ac:chgData name="도일 권" userId="a879d1e4bdbbca67" providerId="LiveId" clId="{2A8758A8-DE4B-43E2-9399-252FCB4267A0}" dt="2026-03-13T05:21:29.899" v="1333" actId="552"/>
          <ac:spMkLst>
            <pc:docMk/>
            <pc:sldMk cId="3579880587" sldId="258"/>
            <ac:spMk id="124" creationId="{89DEA7B0-6355-E879-A008-0E42F6EC6B95}"/>
          </ac:spMkLst>
        </pc:spChg>
        <pc:spChg chg="add mod">
          <ac:chgData name="도일 권" userId="a879d1e4bdbbca67" providerId="LiveId" clId="{2A8758A8-DE4B-43E2-9399-252FCB4267A0}" dt="2026-03-13T05:22:44.919" v="1389" actId="1037"/>
          <ac:spMkLst>
            <pc:docMk/>
            <pc:sldMk cId="3579880587" sldId="258"/>
            <ac:spMk id="127" creationId="{29245E3D-97A5-C884-D4A3-CA593FCEC0FF}"/>
          </ac:spMkLst>
        </pc:spChg>
        <pc:spChg chg="add mod">
          <ac:chgData name="도일 권" userId="a879d1e4bdbbca67" providerId="LiveId" clId="{2A8758A8-DE4B-43E2-9399-252FCB4267A0}" dt="2026-03-13T05:22:59.163" v="1420"/>
          <ac:spMkLst>
            <pc:docMk/>
            <pc:sldMk cId="3579880587" sldId="258"/>
            <ac:spMk id="128" creationId="{902BAC18-E5F7-2095-F4D8-4C971E026A12}"/>
          </ac:spMkLst>
        </pc:spChg>
        <pc:spChg chg="add mod">
          <ac:chgData name="도일 권" userId="a879d1e4bdbbca67" providerId="LiveId" clId="{2A8758A8-DE4B-43E2-9399-252FCB4267A0}" dt="2026-03-13T05:34:20.714" v="2076" actId="1036"/>
          <ac:spMkLst>
            <pc:docMk/>
            <pc:sldMk cId="3579880587" sldId="258"/>
            <ac:spMk id="129" creationId="{5D1621CC-39EB-A4EA-D616-EF3239E81EFB}"/>
          </ac:spMkLst>
        </pc:spChg>
        <pc:spChg chg="add mod">
          <ac:chgData name="도일 권" userId="a879d1e4bdbbca67" providerId="LiveId" clId="{2A8758A8-DE4B-43E2-9399-252FCB4267A0}" dt="2026-03-13T05:53:16.786" v="2896" actId="1035"/>
          <ac:spMkLst>
            <pc:docMk/>
            <pc:sldMk cId="3579880587" sldId="258"/>
            <ac:spMk id="130" creationId="{7FF48CDF-0F11-8E70-FF88-CE4FB32FC1D1}"/>
          </ac:spMkLst>
        </pc:spChg>
        <pc:spChg chg="add mod">
          <ac:chgData name="도일 권" userId="a879d1e4bdbbca67" providerId="LiveId" clId="{2A8758A8-DE4B-43E2-9399-252FCB4267A0}" dt="2026-03-13T05:55:45.891" v="3056" actId="20577"/>
          <ac:spMkLst>
            <pc:docMk/>
            <pc:sldMk cId="3579880587" sldId="258"/>
            <ac:spMk id="140" creationId="{A5F8B0F2-1041-B33F-FF45-929383F8C66F}"/>
          </ac:spMkLst>
        </pc:spChg>
        <pc:spChg chg="add mod">
          <ac:chgData name="도일 권" userId="a879d1e4bdbbca67" providerId="LiveId" clId="{2A8758A8-DE4B-43E2-9399-252FCB4267A0}" dt="2026-03-13T05:54:56.564" v="3007" actId="2711"/>
          <ac:spMkLst>
            <pc:docMk/>
            <pc:sldMk cId="3579880587" sldId="258"/>
            <ac:spMk id="141" creationId="{7063A721-6270-81D6-20AC-BC41367BFC70}"/>
          </ac:spMkLst>
        </pc:spChg>
        <pc:spChg chg="add mod">
          <ac:chgData name="도일 권" userId="a879d1e4bdbbca67" providerId="LiveId" clId="{2A8758A8-DE4B-43E2-9399-252FCB4267A0}" dt="2026-03-13T05:55:30.459" v="3053" actId="20577"/>
          <ac:spMkLst>
            <pc:docMk/>
            <pc:sldMk cId="3579880587" sldId="258"/>
            <ac:spMk id="142" creationId="{291CE045-8CF1-0E31-3CF4-DFA5896722DC}"/>
          </ac:spMkLst>
        </pc:spChg>
        <pc:spChg chg="add mod">
          <ac:chgData name="도일 권" userId="a879d1e4bdbbca67" providerId="LiveId" clId="{2A8758A8-DE4B-43E2-9399-252FCB4267A0}" dt="2026-03-13T05:32:11.515" v="1915" actId="1038"/>
          <ac:spMkLst>
            <pc:docMk/>
            <pc:sldMk cId="3579880587" sldId="258"/>
            <ac:spMk id="146" creationId="{A04BDAB9-7F6D-31F1-65FB-97984F7497A6}"/>
          </ac:spMkLst>
        </pc:spChg>
        <pc:spChg chg="add mod">
          <ac:chgData name="도일 권" userId="a879d1e4bdbbca67" providerId="LiveId" clId="{2A8758A8-DE4B-43E2-9399-252FCB4267A0}" dt="2026-03-13T05:32:11.515" v="1915" actId="1038"/>
          <ac:spMkLst>
            <pc:docMk/>
            <pc:sldMk cId="3579880587" sldId="258"/>
            <ac:spMk id="147" creationId="{9000C2DE-DBF9-A70E-51F2-E8C85BEC4926}"/>
          </ac:spMkLst>
        </pc:spChg>
        <pc:spChg chg="add mod">
          <ac:chgData name="도일 권" userId="a879d1e4bdbbca67" providerId="LiveId" clId="{2A8758A8-DE4B-43E2-9399-252FCB4267A0}" dt="2026-03-13T05:34:15.440" v="2075" actId="1035"/>
          <ac:spMkLst>
            <pc:docMk/>
            <pc:sldMk cId="3579880587" sldId="258"/>
            <ac:spMk id="148" creationId="{EB4C6760-58F4-BF0F-9F87-2F32BA8F5D4E}"/>
          </ac:spMkLst>
        </pc:spChg>
        <pc:spChg chg="add mod">
          <ac:chgData name="도일 권" userId="a879d1e4bdbbca67" providerId="LiveId" clId="{2A8758A8-DE4B-43E2-9399-252FCB4267A0}" dt="2026-03-13T05:56:07.402" v="3059" actId="20577"/>
          <ac:spMkLst>
            <pc:docMk/>
            <pc:sldMk cId="3579880587" sldId="258"/>
            <ac:spMk id="149" creationId="{F5A3C48E-CFB8-9F5C-35C4-78106273067E}"/>
          </ac:spMkLst>
        </pc:spChg>
        <pc:spChg chg="add mod">
          <ac:chgData name="도일 권" userId="a879d1e4bdbbca67" providerId="LiveId" clId="{2A8758A8-DE4B-43E2-9399-252FCB4267A0}" dt="2026-03-13T05:39:21.289" v="2213"/>
          <ac:spMkLst>
            <pc:docMk/>
            <pc:sldMk cId="3579880587" sldId="258"/>
            <ac:spMk id="150" creationId="{4E7AD763-D543-3119-A63B-CEC618210C3C}"/>
          </ac:spMkLst>
        </pc:spChg>
        <pc:spChg chg="add mod">
          <ac:chgData name="도일 권" userId="a879d1e4bdbbca67" providerId="LiveId" clId="{2A8758A8-DE4B-43E2-9399-252FCB4267A0}" dt="2026-03-13T05:38:41.477" v="2134" actId="20577"/>
          <ac:spMkLst>
            <pc:docMk/>
            <pc:sldMk cId="3579880587" sldId="258"/>
            <ac:spMk id="151" creationId="{A54E1BD3-A7D1-BA44-1F3A-001CF2188B9E}"/>
          </ac:spMkLst>
        </pc:spChg>
        <pc:spChg chg="add mod">
          <ac:chgData name="도일 권" userId="a879d1e4bdbbca67" providerId="LiveId" clId="{2A8758A8-DE4B-43E2-9399-252FCB4267A0}" dt="2026-03-13T05:38:57.685" v="2176"/>
          <ac:spMkLst>
            <pc:docMk/>
            <pc:sldMk cId="3579880587" sldId="258"/>
            <ac:spMk id="152" creationId="{E22F4BCF-D4C0-9691-3E11-BEF66FF914C7}"/>
          </ac:spMkLst>
        </pc:spChg>
        <pc:spChg chg="add mod">
          <ac:chgData name="도일 권" userId="a879d1e4bdbbca67" providerId="LiveId" clId="{2A8758A8-DE4B-43E2-9399-252FCB4267A0}" dt="2026-03-13T05:41:57.218" v="2311" actId="1037"/>
          <ac:spMkLst>
            <pc:docMk/>
            <pc:sldMk cId="3579880587" sldId="258"/>
            <ac:spMk id="153" creationId="{735836C2-5334-57C2-2871-AC0F5AF10D57}"/>
          </ac:spMkLst>
        </pc:spChg>
        <pc:spChg chg="add mod">
          <ac:chgData name="도일 권" userId="a879d1e4bdbbca67" providerId="LiveId" clId="{2A8758A8-DE4B-43E2-9399-252FCB4267A0}" dt="2026-03-13T05:41:55.262" v="2308" actId="1037"/>
          <ac:spMkLst>
            <pc:docMk/>
            <pc:sldMk cId="3579880587" sldId="258"/>
            <ac:spMk id="154" creationId="{0A0EFDA2-BE0C-69DC-D4A2-42A19C235C28}"/>
          </ac:spMkLst>
        </pc:spChg>
        <pc:spChg chg="add mod">
          <ac:chgData name="도일 권" userId="a879d1e4bdbbca67" providerId="LiveId" clId="{2A8758A8-DE4B-43E2-9399-252FCB4267A0}" dt="2026-03-13T05:40:43.628" v="2275" actId="1035"/>
          <ac:spMkLst>
            <pc:docMk/>
            <pc:sldMk cId="3579880587" sldId="258"/>
            <ac:spMk id="155" creationId="{C48AB5D4-ADC6-B346-D631-1216B80778CC}"/>
          </ac:spMkLst>
        </pc:spChg>
        <pc:spChg chg="add mod">
          <ac:chgData name="도일 권" userId="a879d1e4bdbbca67" providerId="LiveId" clId="{2A8758A8-DE4B-43E2-9399-252FCB4267A0}" dt="2026-03-13T05:43:47.494" v="2345" actId="1037"/>
          <ac:spMkLst>
            <pc:docMk/>
            <pc:sldMk cId="3579880587" sldId="258"/>
            <ac:spMk id="180" creationId="{AF32F156-747C-BF3B-465D-A2DB6052FFC7}"/>
          </ac:spMkLst>
        </pc:spChg>
        <pc:spChg chg="add mod">
          <ac:chgData name="도일 권" userId="a879d1e4bdbbca67" providerId="LiveId" clId="{2A8758A8-DE4B-43E2-9399-252FCB4267A0}" dt="2026-03-13T05:46:18.910" v="2382"/>
          <ac:spMkLst>
            <pc:docMk/>
            <pc:sldMk cId="3579880587" sldId="258"/>
            <ac:spMk id="181" creationId="{3EC00FB6-9B0B-3A0D-A2D0-7D2F1EF1046B}"/>
          </ac:spMkLst>
        </pc:spChg>
        <pc:spChg chg="add mod">
          <ac:chgData name="도일 권" userId="a879d1e4bdbbca67" providerId="LiveId" clId="{2A8758A8-DE4B-43E2-9399-252FCB4267A0}" dt="2026-03-13T05:47:25.912" v="2486" actId="20577"/>
          <ac:spMkLst>
            <pc:docMk/>
            <pc:sldMk cId="3579880587" sldId="258"/>
            <ac:spMk id="182" creationId="{3AF14012-9D49-FEB0-EA8C-B6EF51DE06EF}"/>
          </ac:spMkLst>
        </pc:spChg>
        <pc:spChg chg="add mod">
          <ac:chgData name="도일 권" userId="a879d1e4bdbbca67" providerId="LiveId" clId="{2A8758A8-DE4B-43E2-9399-252FCB4267A0}" dt="2026-03-13T05:48:16.575" v="2543" actId="1037"/>
          <ac:spMkLst>
            <pc:docMk/>
            <pc:sldMk cId="3579880587" sldId="258"/>
            <ac:spMk id="183" creationId="{84F4921F-3CF2-B224-5577-E129FFB8D9DE}"/>
          </ac:spMkLst>
        </pc:spChg>
        <pc:spChg chg="add mod">
          <ac:chgData name="도일 권" userId="a879d1e4bdbbca67" providerId="LiveId" clId="{2A8758A8-DE4B-43E2-9399-252FCB4267A0}" dt="2026-03-13T05:48:40.855" v="2574" actId="1037"/>
          <ac:spMkLst>
            <pc:docMk/>
            <pc:sldMk cId="3579880587" sldId="258"/>
            <ac:spMk id="184" creationId="{62B5350D-CD2A-3B0D-90F7-649F1840D184}"/>
          </ac:spMkLst>
        </pc:spChg>
        <pc:spChg chg="add mod">
          <ac:chgData name="도일 권" userId="a879d1e4bdbbca67" providerId="LiveId" clId="{2A8758A8-DE4B-43E2-9399-252FCB4267A0}" dt="2026-03-13T05:48:56.796" v="2606" actId="1037"/>
          <ac:spMkLst>
            <pc:docMk/>
            <pc:sldMk cId="3579880587" sldId="258"/>
            <ac:spMk id="185" creationId="{6D33C3F2-32EE-FD35-0913-8ADB25A336A3}"/>
          </ac:spMkLst>
        </pc:spChg>
        <pc:spChg chg="add mod">
          <ac:chgData name="도일 권" userId="a879d1e4bdbbca67" providerId="LiveId" clId="{2A8758A8-DE4B-43E2-9399-252FCB4267A0}" dt="2026-03-13T05:52:08.404" v="2824" actId="1036"/>
          <ac:spMkLst>
            <pc:docMk/>
            <pc:sldMk cId="3579880587" sldId="258"/>
            <ac:spMk id="190" creationId="{480DC516-5C82-E96C-4EAB-E119FF5A326C}"/>
          </ac:spMkLst>
        </pc:spChg>
        <pc:picChg chg="add del mod">
          <ac:chgData name="도일 권" userId="a879d1e4bdbbca67" providerId="LiveId" clId="{2A8758A8-DE4B-43E2-9399-252FCB4267A0}" dt="2026-03-13T04:47:24.600" v="9" actId="21"/>
          <ac:picMkLst>
            <pc:docMk/>
            <pc:sldMk cId="3579880587" sldId="258"/>
            <ac:picMk id="4" creationId="{BEA0C35D-17C5-4560-636A-9FB11C4A3C4D}"/>
          </ac:picMkLst>
        </pc:picChg>
        <pc:picChg chg="mod">
          <ac:chgData name="도일 권" userId="a879d1e4bdbbca67" providerId="LiveId" clId="{2A8758A8-DE4B-43E2-9399-252FCB4267A0}" dt="2026-03-13T04:58:11.418" v="318" actId="34135"/>
          <ac:picMkLst>
            <pc:docMk/>
            <pc:sldMk cId="3579880587" sldId="258"/>
            <ac:picMk id="17" creationId="{F2D02D2E-610B-D799-9A34-5792C03AF4D7}"/>
          </ac:picMkLst>
        </pc:picChg>
        <pc:picChg chg="add del mod">
          <ac:chgData name="도일 권" userId="a879d1e4bdbbca67" providerId="LiveId" clId="{2A8758A8-DE4B-43E2-9399-252FCB4267A0}" dt="2026-03-13T05:57:17.087" v="3133" actId="478"/>
          <ac:picMkLst>
            <pc:docMk/>
            <pc:sldMk cId="3579880587" sldId="258"/>
            <ac:picMk id="18" creationId="{441B46B0-7911-A65B-20A8-A058D584EDFB}"/>
          </ac:picMkLst>
        </pc:picChg>
        <pc:picChg chg="mod">
          <ac:chgData name="도일 권" userId="a879d1e4bdbbca67" providerId="LiveId" clId="{2A8758A8-DE4B-43E2-9399-252FCB4267A0}" dt="2026-03-13T05:27:30.971" v="1559" actId="34135"/>
          <ac:picMkLst>
            <pc:docMk/>
            <pc:sldMk cId="3579880587" sldId="258"/>
            <ac:picMk id="20" creationId="{8CDD7BC6-11A6-AC2B-AC20-60BD1A2ED2F6}"/>
          </ac:picMkLst>
        </pc:picChg>
        <pc:picChg chg="mod">
          <ac:chgData name="도일 권" userId="a879d1e4bdbbca67" providerId="LiveId" clId="{2A8758A8-DE4B-43E2-9399-252FCB4267A0}" dt="2026-03-13T05:28:09.222" v="1578" actId="34135"/>
          <ac:picMkLst>
            <pc:docMk/>
            <pc:sldMk cId="3579880587" sldId="258"/>
            <ac:picMk id="21" creationId="{5B7CEF85-0706-34D9-49B0-711E45DDF5EB}"/>
          </ac:picMkLst>
        </pc:picChg>
        <pc:picChg chg="add mod modCrop">
          <ac:chgData name="도일 권" userId="a879d1e4bdbbca67" providerId="LiveId" clId="{2A8758A8-DE4B-43E2-9399-252FCB4267A0}" dt="2026-03-13T04:52:49.073" v="124" actId="1076"/>
          <ac:picMkLst>
            <pc:docMk/>
            <pc:sldMk cId="3579880587" sldId="258"/>
            <ac:picMk id="26" creationId="{41D8A19A-4CD2-ABB9-F9D5-59E4EB9F1E62}"/>
          </ac:picMkLst>
        </pc:picChg>
        <pc:picChg chg="add del mod">
          <ac:chgData name="도일 권" userId="a879d1e4bdbbca67" providerId="LiveId" clId="{2A8758A8-DE4B-43E2-9399-252FCB4267A0}" dt="2026-03-13T05:49:42.690" v="2649" actId="478"/>
          <ac:picMkLst>
            <pc:docMk/>
            <pc:sldMk cId="3579880587" sldId="258"/>
            <ac:picMk id="186" creationId="{81A1EF7B-DFF3-78F0-729A-072CDCF7AA96}"/>
          </ac:picMkLst>
        </pc:picChg>
        <pc:picChg chg="add mod">
          <ac:chgData name="도일 권" userId="a879d1e4bdbbca67" providerId="LiveId" clId="{2A8758A8-DE4B-43E2-9399-252FCB4267A0}" dt="2026-03-13T05:52:11.034" v="2833" actId="1036"/>
          <ac:picMkLst>
            <pc:docMk/>
            <pc:sldMk cId="3579880587" sldId="258"/>
            <ac:picMk id="1030" creationId="{7A6078D9-8B3D-14AE-3FFC-F5519D7FFFED}"/>
          </ac:picMkLst>
        </pc:picChg>
        <pc:picChg chg="add">
          <ac:chgData name="도일 권" userId="a879d1e4bdbbca67" providerId="LiveId" clId="{2A8758A8-DE4B-43E2-9399-252FCB4267A0}" dt="2026-03-13T05:49:36.685" v="2634"/>
          <ac:picMkLst>
            <pc:docMk/>
            <pc:sldMk cId="3579880587" sldId="258"/>
            <ac:picMk id="1032" creationId="{94488E94-1506-CA10-FB1B-118F008D4320}"/>
          </ac:picMkLst>
        </pc:picChg>
        <pc:picChg chg="add mod">
          <ac:chgData name="도일 권" userId="a879d1e4bdbbca67" providerId="LiveId" clId="{2A8758A8-DE4B-43E2-9399-252FCB4267A0}" dt="2026-03-13T05:52:11.034" v="2833" actId="1036"/>
          <ac:picMkLst>
            <pc:docMk/>
            <pc:sldMk cId="3579880587" sldId="258"/>
            <ac:picMk id="1034" creationId="{91A01243-8716-1D70-8AF8-81DFCA8FF5E5}"/>
          </ac:picMkLst>
        </pc:picChg>
        <pc:cxnChg chg="add mod">
          <ac:chgData name="도일 권" userId="a879d1e4bdbbca67" providerId="LiveId" clId="{2A8758A8-DE4B-43E2-9399-252FCB4267A0}" dt="2026-03-13T04:56:23.389" v="247" actId="554"/>
          <ac:cxnSpMkLst>
            <pc:docMk/>
            <pc:sldMk cId="3579880587" sldId="258"/>
            <ac:cxnSpMk id="44" creationId="{E0E7300C-62A8-DAE0-EC8D-42FA90E5C7B1}"/>
          </ac:cxnSpMkLst>
        </pc:cxnChg>
        <pc:cxnChg chg="add mod">
          <ac:chgData name="도일 권" userId="a879d1e4bdbbca67" providerId="LiveId" clId="{2A8758A8-DE4B-43E2-9399-252FCB4267A0}" dt="2026-03-13T04:56:35.205" v="252" actId="14100"/>
          <ac:cxnSpMkLst>
            <pc:docMk/>
            <pc:sldMk cId="3579880587" sldId="258"/>
            <ac:cxnSpMk id="45" creationId="{30A6004E-51D9-B732-3730-A4994454B8E3}"/>
          </ac:cxnSpMkLst>
        </pc:cxnChg>
        <pc:cxnChg chg="add mod">
          <ac:chgData name="도일 권" userId="a879d1e4bdbbca67" providerId="LiveId" clId="{2A8758A8-DE4B-43E2-9399-252FCB4267A0}" dt="2026-03-13T04:56:10.800" v="246" actId="14100"/>
          <ac:cxnSpMkLst>
            <pc:docMk/>
            <pc:sldMk cId="3579880587" sldId="258"/>
            <ac:cxnSpMk id="68" creationId="{F3BF34F8-F5AF-2641-8B36-725B3C87BDC3}"/>
          </ac:cxnSpMkLst>
        </pc:cxnChg>
        <pc:cxnChg chg="add mod">
          <ac:chgData name="도일 권" userId="a879d1e4bdbbca67" providerId="LiveId" clId="{2A8758A8-DE4B-43E2-9399-252FCB4267A0}" dt="2026-03-13T05:12:53.399" v="946" actId="1038"/>
          <ac:cxnSpMkLst>
            <pc:docMk/>
            <pc:sldMk cId="3579880587" sldId="258"/>
            <ac:cxnSpMk id="75" creationId="{535C4474-928E-79FC-8391-83FEB3BFCC61}"/>
          </ac:cxnSpMkLst>
        </pc:cxnChg>
        <pc:cxnChg chg="add mod">
          <ac:chgData name="도일 권" userId="a879d1e4bdbbca67" providerId="LiveId" clId="{2A8758A8-DE4B-43E2-9399-252FCB4267A0}" dt="2026-03-13T05:01:32.593" v="417" actId="1036"/>
          <ac:cxnSpMkLst>
            <pc:docMk/>
            <pc:sldMk cId="3579880587" sldId="258"/>
            <ac:cxnSpMk id="78" creationId="{84B980D8-A170-B8BE-B5B8-3AEDD72286E1}"/>
          </ac:cxnSpMkLst>
        </pc:cxnChg>
        <pc:cxnChg chg="add mod">
          <ac:chgData name="도일 권" userId="a879d1e4bdbbca67" providerId="LiveId" clId="{2A8758A8-DE4B-43E2-9399-252FCB4267A0}" dt="2026-03-13T05:05:38.446" v="498" actId="1076"/>
          <ac:cxnSpMkLst>
            <pc:docMk/>
            <pc:sldMk cId="3579880587" sldId="258"/>
            <ac:cxnSpMk id="82" creationId="{133AE2F6-FD53-C493-49E1-2DED71C84A51}"/>
          </ac:cxnSpMkLst>
        </pc:cxnChg>
        <pc:cxnChg chg="add mod">
          <ac:chgData name="도일 권" userId="a879d1e4bdbbca67" providerId="LiveId" clId="{2A8758A8-DE4B-43E2-9399-252FCB4267A0}" dt="2026-03-13T05:13:32.786" v="965" actId="1038"/>
          <ac:cxnSpMkLst>
            <pc:docMk/>
            <pc:sldMk cId="3579880587" sldId="258"/>
            <ac:cxnSpMk id="110" creationId="{06EC3A2B-F164-E4F9-A2B7-2EF5FA97C6AD}"/>
          </ac:cxnSpMkLst>
        </pc:cxnChg>
        <pc:cxnChg chg="add mod">
          <ac:chgData name="도일 권" userId="a879d1e4bdbbca67" providerId="LiveId" clId="{2A8758A8-DE4B-43E2-9399-252FCB4267A0}" dt="2026-03-13T05:20:39.122" v="1304" actId="553"/>
          <ac:cxnSpMkLst>
            <pc:docMk/>
            <pc:sldMk cId="3579880587" sldId="258"/>
            <ac:cxnSpMk id="116" creationId="{EB4D2031-2FF0-4A00-9CFA-00F7569F4E1A}"/>
          </ac:cxnSpMkLst>
        </pc:cxnChg>
        <pc:cxnChg chg="add mod">
          <ac:chgData name="도일 권" userId="a879d1e4bdbbca67" providerId="LiveId" clId="{2A8758A8-DE4B-43E2-9399-252FCB4267A0}" dt="2026-03-13T05:20:52.583" v="1308" actId="1037"/>
          <ac:cxnSpMkLst>
            <pc:docMk/>
            <pc:sldMk cId="3579880587" sldId="258"/>
            <ac:cxnSpMk id="121" creationId="{CB22C046-9379-97E3-06C5-34E9BA4B2093}"/>
          </ac:cxnSpMkLst>
        </pc:cxnChg>
        <pc:cxnChg chg="add mod">
          <ac:chgData name="도일 권" userId="a879d1e4bdbbca67" providerId="LiveId" clId="{2A8758A8-DE4B-43E2-9399-252FCB4267A0}" dt="2026-03-13T05:20:56.245" v="1309" actId="1035"/>
          <ac:cxnSpMkLst>
            <pc:docMk/>
            <pc:sldMk cId="3579880587" sldId="258"/>
            <ac:cxnSpMk id="122" creationId="{3EE24076-2D51-2A9B-60B9-49B8957E38D1}"/>
          </ac:cxnSpMkLst>
        </pc:cxnChg>
        <pc:cxnChg chg="add mod">
          <ac:chgData name="도일 권" userId="a879d1e4bdbbca67" providerId="LiveId" clId="{2A8758A8-DE4B-43E2-9399-252FCB4267A0}" dt="2026-03-13T05:21:52.391" v="1346" actId="14100"/>
          <ac:cxnSpMkLst>
            <pc:docMk/>
            <pc:sldMk cId="3579880587" sldId="258"/>
            <ac:cxnSpMk id="125" creationId="{941814B9-B68C-9461-73A9-2BDC5C5205B8}"/>
          </ac:cxnSpMkLst>
        </pc:cxnChg>
        <pc:cxnChg chg="add mod">
          <ac:chgData name="도일 권" userId="a879d1e4bdbbca67" providerId="LiveId" clId="{2A8758A8-DE4B-43E2-9399-252FCB4267A0}" dt="2026-03-13T05:22:16.160" v="1362" actId="14100"/>
          <ac:cxnSpMkLst>
            <pc:docMk/>
            <pc:sldMk cId="3579880587" sldId="258"/>
            <ac:cxnSpMk id="126" creationId="{C783C5B8-F02B-D51A-54F3-CC1151D7C0E8}"/>
          </ac:cxnSpMkLst>
        </pc:cxnChg>
        <pc:cxnChg chg="add mod">
          <ac:chgData name="도일 권" userId="a879d1e4bdbbca67" providerId="LiveId" clId="{2A8758A8-DE4B-43E2-9399-252FCB4267A0}" dt="2026-03-13T05:27:55.330" v="1575" actId="552"/>
          <ac:cxnSpMkLst>
            <pc:docMk/>
            <pc:sldMk cId="3579880587" sldId="258"/>
            <ac:cxnSpMk id="131" creationId="{ABC9D874-0773-B692-91C1-0885DEAF57E4}"/>
          </ac:cxnSpMkLst>
        </pc:cxnChg>
        <pc:cxnChg chg="add mod">
          <ac:chgData name="도일 권" userId="a879d1e4bdbbca67" providerId="LiveId" clId="{2A8758A8-DE4B-43E2-9399-252FCB4267A0}" dt="2026-03-13T05:27:55.330" v="1575" actId="552"/>
          <ac:cxnSpMkLst>
            <pc:docMk/>
            <pc:sldMk cId="3579880587" sldId="258"/>
            <ac:cxnSpMk id="135" creationId="{7A87D2CC-AA9C-C62C-2981-44CFE074D033}"/>
          </ac:cxnSpMkLst>
        </pc:cxnChg>
        <pc:cxnChg chg="add mod">
          <ac:chgData name="도일 권" userId="a879d1e4bdbbca67" providerId="LiveId" clId="{2A8758A8-DE4B-43E2-9399-252FCB4267A0}" dt="2026-03-13T05:29:39.599" v="1686" actId="1037"/>
          <ac:cxnSpMkLst>
            <pc:docMk/>
            <pc:sldMk cId="3579880587" sldId="258"/>
            <ac:cxnSpMk id="143" creationId="{1CF450C8-819C-F0A4-BE67-AB7ECD4361A7}"/>
          </ac:cxnSpMkLst>
        </pc:cxnChg>
        <pc:cxnChg chg="add mod">
          <ac:chgData name="도일 권" userId="a879d1e4bdbbca67" providerId="LiveId" clId="{2A8758A8-DE4B-43E2-9399-252FCB4267A0}" dt="2026-03-13T05:32:11.515" v="1915" actId="1038"/>
          <ac:cxnSpMkLst>
            <pc:docMk/>
            <pc:sldMk cId="3579880587" sldId="258"/>
            <ac:cxnSpMk id="144" creationId="{93E11220-3C3C-0893-C58A-3673D1EFF2B6}"/>
          </ac:cxnSpMkLst>
        </pc:cxnChg>
        <pc:cxnChg chg="add mod">
          <ac:chgData name="도일 권" userId="a879d1e4bdbbca67" providerId="LiveId" clId="{2A8758A8-DE4B-43E2-9399-252FCB4267A0}" dt="2026-03-13T05:32:11.515" v="1915" actId="1038"/>
          <ac:cxnSpMkLst>
            <pc:docMk/>
            <pc:sldMk cId="3579880587" sldId="258"/>
            <ac:cxnSpMk id="145" creationId="{DA443F30-3537-F76C-0D18-05FA2BEC14BA}"/>
          </ac:cxnSpMkLst>
        </pc:cxnChg>
        <pc:cxnChg chg="add mod">
          <ac:chgData name="도일 권" userId="a879d1e4bdbbca67" providerId="LiveId" clId="{2A8758A8-DE4B-43E2-9399-252FCB4267A0}" dt="2026-03-13T05:40:56.283" v="2278" actId="14100"/>
          <ac:cxnSpMkLst>
            <pc:docMk/>
            <pc:sldMk cId="3579880587" sldId="258"/>
            <ac:cxnSpMk id="156" creationId="{20249A90-4232-4AC9-A419-8F449899701C}"/>
          </ac:cxnSpMkLst>
        </pc:cxnChg>
        <pc:cxnChg chg="add mod">
          <ac:chgData name="도일 권" userId="a879d1e4bdbbca67" providerId="LiveId" clId="{2A8758A8-DE4B-43E2-9399-252FCB4267A0}" dt="2026-03-13T05:41:05.966" v="2281" actId="14100"/>
          <ac:cxnSpMkLst>
            <pc:docMk/>
            <pc:sldMk cId="3579880587" sldId="258"/>
            <ac:cxnSpMk id="159" creationId="{5738A2D2-1E4D-651C-B112-5EAFDE3AC98A}"/>
          </ac:cxnSpMkLst>
        </pc:cxnChg>
        <pc:cxnChg chg="add mod">
          <ac:chgData name="도일 권" userId="a879d1e4bdbbca67" providerId="LiveId" clId="{2A8758A8-DE4B-43E2-9399-252FCB4267A0}" dt="2026-03-13T05:43:21.642" v="2331" actId="14100"/>
          <ac:cxnSpMkLst>
            <pc:docMk/>
            <pc:sldMk cId="3579880587" sldId="258"/>
            <ac:cxnSpMk id="162" creationId="{66B3CAF3-CA20-096D-60A9-1CEDC3E8D1F1}"/>
          </ac:cxnSpMkLst>
        </pc:cxnChg>
        <pc:cxnChg chg="add mod">
          <ac:chgData name="도일 권" userId="a879d1e4bdbbca67" providerId="LiveId" clId="{2A8758A8-DE4B-43E2-9399-252FCB4267A0}" dt="2026-03-13T05:43:24.835" v="2332" actId="14100"/>
          <ac:cxnSpMkLst>
            <pc:docMk/>
            <pc:sldMk cId="3579880587" sldId="258"/>
            <ac:cxnSpMk id="165" creationId="{ED96C826-9E09-DAD5-EBA5-5661A07FA188}"/>
          </ac:cxnSpMkLst>
        </pc:cxnChg>
        <pc:cxnChg chg="add mod">
          <ac:chgData name="도일 권" userId="a879d1e4bdbbca67" providerId="LiveId" clId="{2A8758A8-DE4B-43E2-9399-252FCB4267A0}" dt="2026-03-13T05:42:48.734" v="2330" actId="1038"/>
          <ac:cxnSpMkLst>
            <pc:docMk/>
            <pc:sldMk cId="3579880587" sldId="258"/>
            <ac:cxnSpMk id="175" creationId="{FDA28DB2-FFF9-5273-BD89-47B4A7E2847B}"/>
          </ac:cxnSpMkLst>
        </pc:cxnChg>
        <pc:cxnChg chg="add mod">
          <ac:chgData name="도일 권" userId="a879d1e4bdbbca67" providerId="LiveId" clId="{2A8758A8-DE4B-43E2-9399-252FCB4267A0}" dt="2026-03-13T05:51:33.753" v="2781" actId="14100"/>
          <ac:cxnSpMkLst>
            <pc:docMk/>
            <pc:sldMk cId="3579880587" sldId="258"/>
            <ac:cxnSpMk id="187" creationId="{EE6A39FB-E618-BA82-0018-BDE2CC47581F}"/>
          </ac:cxnSpMkLst>
        </pc:cxnChg>
        <pc:cxnChg chg="add mod">
          <ac:chgData name="도일 권" userId="a879d1e4bdbbca67" providerId="LiveId" clId="{2A8758A8-DE4B-43E2-9399-252FCB4267A0}" dt="2026-03-13T05:52:40.346" v="2861" actId="1037"/>
          <ac:cxnSpMkLst>
            <pc:docMk/>
            <pc:sldMk cId="3579880587" sldId="258"/>
            <ac:cxnSpMk id="191" creationId="{AB2B41BF-8899-BC10-9E7F-CD5F768E1972}"/>
          </ac:cxnSpMkLst>
        </pc:cxnChg>
        <pc:cxnChg chg="add mod">
          <ac:chgData name="도일 권" userId="a879d1e4bdbbca67" providerId="LiveId" clId="{2A8758A8-DE4B-43E2-9399-252FCB4267A0}" dt="2026-03-13T05:52:57.132" v="2867" actId="1036"/>
          <ac:cxnSpMkLst>
            <pc:docMk/>
            <pc:sldMk cId="3579880587" sldId="258"/>
            <ac:cxnSpMk id="1024" creationId="{693D1756-4129-E201-3B1C-EEF08B5AF8C1}"/>
          </ac:cxnSpMkLst>
        </pc:cxnChg>
        <pc:cxnChg chg="add mod">
          <ac:chgData name="도일 권" userId="a879d1e4bdbbca67" providerId="LiveId" clId="{2A8758A8-DE4B-43E2-9399-252FCB4267A0}" dt="2026-03-13T05:57:54.160" v="3154" actId="1036"/>
          <ac:cxnSpMkLst>
            <pc:docMk/>
            <pc:sldMk cId="3579880587" sldId="258"/>
            <ac:cxnSpMk id="1025" creationId="{5A47923E-A9A2-AC6E-CFBA-513B31EE3E57}"/>
          </ac:cxnSpMkLst>
        </pc:cxnChg>
        <pc:cxnChg chg="add mod">
          <ac:chgData name="도일 권" userId="a879d1e4bdbbca67" providerId="LiveId" clId="{2A8758A8-DE4B-43E2-9399-252FCB4267A0}" dt="2026-03-13T05:58:00.867" v="3156" actId="1076"/>
          <ac:cxnSpMkLst>
            <pc:docMk/>
            <pc:sldMk cId="3579880587" sldId="258"/>
            <ac:cxnSpMk id="1026" creationId="{0E039AF6-1CC8-85DF-A80C-500C04D63B13}"/>
          </ac:cxnSpMkLst>
        </pc:cxnChg>
      </pc:sldChg>
      <pc:sldChg chg="addSp delSp modSp new del mod">
        <pc:chgData name="도일 권" userId="a879d1e4bdbbca67" providerId="LiveId" clId="{2A8758A8-DE4B-43E2-9399-252FCB4267A0}" dt="2026-03-13T05:08:24.925" v="629" actId="47"/>
        <pc:sldMkLst>
          <pc:docMk/>
          <pc:sldMk cId="3523158126" sldId="259"/>
        </pc:sldMkLst>
        <pc:spChg chg="del">
          <ac:chgData name="도일 권" userId="a879d1e4bdbbca67" providerId="LiveId" clId="{2A8758A8-DE4B-43E2-9399-252FCB4267A0}" dt="2026-03-13T04:47:15.731" v="5" actId="478"/>
          <ac:spMkLst>
            <pc:docMk/>
            <pc:sldMk cId="3523158126" sldId="259"/>
            <ac:spMk id="2" creationId="{2AA48B3A-4199-E974-E4C0-09A4ED9C0F8C}"/>
          </ac:spMkLst>
        </pc:spChg>
        <pc:spChg chg="del">
          <ac:chgData name="도일 권" userId="a879d1e4bdbbca67" providerId="LiveId" clId="{2A8758A8-DE4B-43E2-9399-252FCB4267A0}" dt="2026-03-13T04:47:15.731" v="5" actId="478"/>
          <ac:spMkLst>
            <pc:docMk/>
            <pc:sldMk cId="3523158126" sldId="259"/>
            <ac:spMk id="3" creationId="{3941A3C8-0575-976C-8CCF-17AC0DC1700A}"/>
          </ac:spMkLst>
        </pc:spChg>
        <pc:picChg chg="add mod">
          <ac:chgData name="도일 권" userId="a879d1e4bdbbca67" providerId="LiveId" clId="{2A8758A8-DE4B-43E2-9399-252FCB4267A0}" dt="2026-03-13T04:47:30.636" v="11" actId="1076"/>
          <ac:picMkLst>
            <pc:docMk/>
            <pc:sldMk cId="3523158126" sldId="259"/>
            <ac:picMk id="4" creationId="{BEA0C35D-17C5-4560-636A-9FB11C4A3C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3A6F6-58EC-EF20-3EA7-98E6BEAA6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795F1E-18B3-1359-568A-98B5ECCA4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9A590-0724-2C9D-416F-3722ADB4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FBBB0-001D-99EA-07A4-B5FD01357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38709-A2CB-023E-4D7C-096242A2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25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BAA40-E400-992D-6ED8-0F61C5B4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2F0052-39EB-7E39-1F5A-59F5798AD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450782-B138-C4B2-5BBF-0306861E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FA506A-394A-4259-DBD9-DDB02042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66D795-CBE9-BD55-0B20-8238CAB4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61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CF36A-55F9-C519-7829-EE1ABDEE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85ECC-89B3-4494-4F69-CFF20168D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0258F-B5EB-7DF3-73FF-BADD5A1C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B872A-B655-E4D4-0C1D-F9AB4353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3850EC-6712-F485-FC94-53552463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65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2ADAD-80CC-95F0-1ECE-8A0326A76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E9EE2-3ED1-9AE2-D2E8-76D019677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E74AB7-DF2A-749B-AF4D-B4517CE50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36A560-182A-DCD9-3AC8-9D8AFB50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7897C9-2DF6-B0CE-E495-4B2A9292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CA0E9B-B672-AB81-0ADA-AD46387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DB78D-A79A-CF86-D456-2A4429E7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983E6-AE72-B48F-2D4C-E8777417D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5917C3-8083-7CB5-77F6-40665937D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57A8A5-5865-DEE4-C870-26F40F25E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95BA44-82A3-25F1-CD40-C20958546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3CBEFD-EE45-9575-4803-0562632F0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93F594-0F99-B88B-2857-569FBFD6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DAFA01-6B02-3482-49DB-7028BB05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6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EA03C-E83E-593B-311F-817E6A7A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75EC91-4C2D-DCF5-7BE9-172750C7F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83E284-58FE-4F49-ED8F-79E8E605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5893AC-1A74-1B79-8528-A9D709D6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95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9EA4BA-C031-3BA6-D37E-7F2724D2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BC5656-065C-1778-5288-F86DACEC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ADE06-AEE5-141A-C65B-8E46C1F2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1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ECFE8-516B-FA6B-4C49-CCD84423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B7175-0169-BAB9-DC3B-44D0017FD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E23584-7A68-A95A-A515-6621138AE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87842-2C8F-560A-DEAA-F85DF433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D194D1-9963-9FB0-22DC-8FE2DB6A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C25FB3-3455-4A20-1B20-E93B76CE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548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060CE-60E9-DBE2-8B68-4D633C0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D7DFB6-AD74-17B1-BFD3-A5D7D6948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5302D2-0A50-0855-29C5-628293184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0D5548-C7CF-212C-56C3-C5B1A0F8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EA5BA8-F6E6-D94A-5629-E35E034C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1F8B1B-105F-84A4-6B6E-8F002CA1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686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E1A86-2EC0-B49B-3812-7EF28794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8DB291-8555-6107-9514-E5109E270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6ACEA-0614-3425-61B1-D1FBBB3C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15FF5-D2A0-273B-1829-FB0E70E8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74A48A-D6DF-E54F-5F92-A37BC69F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90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2B4C18-E7E4-995B-D6A8-4CCEE7F8D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A62D07-5F2D-4737-9797-1EAFE2395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62AED1-847B-A4A7-9BB3-3103CCC5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CE071-0C25-A406-3801-141BD487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830557-4A58-01B2-59D4-0EBEC8E1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4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42EB7A-D818-0A62-5802-F0B694952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05767C-C821-C7A7-FC8F-2E82379E3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51953-D5FD-8FDF-5266-77ED9CEDE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8890D-E0BE-4BF4-B3E2-921F60F0858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A5A73D-AFB0-0A77-98EA-C3AC3D258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18709-750A-50A1-F9DE-37791DF02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468359-2A2F-4909-9A18-D0A04A33F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99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3ED4178-10AF-6502-5DD5-2DBE697FB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546" y="2060978"/>
            <a:ext cx="3545205" cy="3558064"/>
          </a:xfrm>
          <a:prstGeom prst="roundRect">
            <a:avLst>
              <a:gd name="adj" fmla="val 2050"/>
            </a:avLst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08AE4AD-1CE3-525F-970C-91BFFFFD1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27888" y="2049780"/>
            <a:ext cx="3569217" cy="3741420"/>
          </a:xfrm>
          <a:prstGeom prst="roundRect">
            <a:avLst>
              <a:gd name="adj" fmla="val 2051"/>
            </a:avLst>
          </a:prstGeom>
          <a:solidFill>
            <a:srgbClr val="F0F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365B4B4-E314-3CBC-5CED-91B933ACE77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9546" y="1966686"/>
            <a:ext cx="11825129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D4117D02-41ED-24E0-9FFD-8FC346536F6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42880" y="5687596"/>
            <a:ext cx="7883520" cy="29154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B76E8EC-2553-8020-8842-65B24930F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970" y="5743575"/>
            <a:ext cx="7943850" cy="956628"/>
          </a:xfrm>
          <a:prstGeom prst="roundRect">
            <a:avLst>
              <a:gd name="adj" fmla="val 2050"/>
            </a:avLst>
          </a:prstGeom>
          <a:solidFill>
            <a:srgbClr val="E7F0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A169227D-7162-3499-58E8-149B4C532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970" y="993881"/>
            <a:ext cx="11907315" cy="956628"/>
          </a:xfrm>
          <a:prstGeom prst="roundRect">
            <a:avLst>
              <a:gd name="adj" fmla="val 2050"/>
            </a:avLst>
          </a:prstGeom>
          <a:solidFill>
            <a:srgbClr val="E3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F38FABF-A3E5-B994-3883-608978414F2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1615" y="565150"/>
            <a:ext cx="11783060" cy="5996106"/>
            <a:chOff x="221615" y="565150"/>
            <a:chExt cx="11783060" cy="5996106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B302AC8B-A370-0347-A221-6D44883801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74432" y="1184598"/>
              <a:ext cx="2164556" cy="714051"/>
            </a:xfrm>
            <a:prstGeom prst="roundRect">
              <a:avLst>
                <a:gd name="adj" fmla="val 16000"/>
              </a:avLst>
            </a:prstGeom>
            <a:solidFill>
              <a:srgbClr val="DFEDF5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226DCC9F-0E77-3FD6-37A2-349630246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71612" y="2099816"/>
              <a:ext cx="2214563" cy="538609"/>
            </a:xfrm>
            <a:prstGeom prst="roundRect">
              <a:avLst>
                <a:gd name="adj" fmla="val 13774"/>
              </a:avLst>
            </a:prstGeom>
            <a:solidFill>
              <a:srgbClr val="E0ECF9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0B478E12-9049-CFC4-D8AD-51BC9A6DBF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86852" y="3309779"/>
              <a:ext cx="2214563" cy="1144111"/>
            </a:xfrm>
            <a:prstGeom prst="roundRect">
              <a:avLst>
                <a:gd name="adj" fmla="val 8446"/>
              </a:avLst>
            </a:prstGeom>
            <a:solidFill>
              <a:srgbClr val="DEECF7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2ABA8607-08DB-AAA2-6566-E8E3E2DE7E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87428" y="2281879"/>
              <a:ext cx="3897392" cy="1767834"/>
            </a:xfrm>
            <a:prstGeom prst="roundRect">
              <a:avLst>
                <a:gd name="adj" fmla="val 5035"/>
              </a:avLst>
            </a:prstGeom>
            <a:solidFill>
              <a:srgbClr val="DEEAF8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A94C1A3-E92A-B601-5AEB-AC15FEF546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23618" y="2101403"/>
              <a:ext cx="2033269" cy="538609"/>
            </a:xfrm>
            <a:prstGeom prst="roundRect">
              <a:avLst>
                <a:gd name="adj" fmla="val 15351"/>
              </a:avLst>
            </a:prstGeom>
            <a:solidFill>
              <a:srgbClr val="D9EAF6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8A97F7B3-A18D-A4C4-611F-81A91BB4E6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86397" y="4450454"/>
              <a:ext cx="1931034" cy="1047852"/>
            </a:xfrm>
            <a:prstGeom prst="roundRect">
              <a:avLst>
                <a:gd name="adj" fmla="val 9128"/>
              </a:avLst>
            </a:prstGeom>
            <a:solidFill>
              <a:srgbClr val="DAE9F6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E934CCA9-67B5-A991-A21A-DF818FCF31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8881" y="5003796"/>
              <a:ext cx="1795939" cy="604048"/>
            </a:xfrm>
            <a:prstGeom prst="roundRect">
              <a:avLst>
                <a:gd name="adj" fmla="val 15041"/>
              </a:avLst>
            </a:prstGeom>
            <a:solidFill>
              <a:srgbClr val="DDE8FB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DA0A11F6-3F89-64C7-8B2C-99C67113B4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23617" y="5156244"/>
              <a:ext cx="2022157" cy="538609"/>
            </a:xfrm>
            <a:prstGeom prst="roundRect">
              <a:avLst>
                <a:gd name="adj" fmla="val 20346"/>
              </a:avLst>
            </a:prstGeom>
            <a:solidFill>
              <a:srgbClr val="D8EBF8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D647E3F8-DF70-FDB4-22C5-43FDF63289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034554" y="5118811"/>
              <a:ext cx="945516" cy="624764"/>
            </a:xfrm>
            <a:prstGeom prst="roundRect">
              <a:avLst>
                <a:gd name="adj" fmla="val 15772"/>
              </a:avLst>
            </a:prstGeom>
            <a:solidFill>
              <a:srgbClr val="D8EBF8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0839B03-BE2D-F99C-75E7-EE6D6B5B03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23616" y="2917387"/>
              <a:ext cx="3356453" cy="1965763"/>
            </a:xfrm>
            <a:prstGeom prst="roundRect">
              <a:avLst>
                <a:gd name="adj" fmla="val 6476"/>
              </a:avLst>
            </a:prstGeom>
            <a:solidFill>
              <a:srgbClr val="E5F0E2">
                <a:alpha val="26000"/>
              </a:srgbClr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EBB7AF0A-5559-0226-A8F1-5D24AA701DD5}"/>
                </a:ext>
              </a:extLst>
            </p:cNvPr>
            <p:cNvSpPr>
              <a:spLocks/>
            </p:cNvSpPr>
            <p:nvPr/>
          </p:nvSpPr>
          <p:spPr>
            <a:xfrm>
              <a:off x="9245917" y="6022647"/>
              <a:ext cx="2690682" cy="538609"/>
            </a:xfrm>
            <a:prstGeom prst="roundRect">
              <a:avLst>
                <a:gd name="adj" fmla="val 17546"/>
              </a:avLst>
            </a:prstGeom>
            <a:noFill/>
            <a:ln>
              <a:solidFill>
                <a:srgbClr val="7474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말풍선: 모서리가 둥근 사각형 40">
              <a:extLst>
                <a:ext uri="{FF2B5EF4-FFF2-40B4-BE49-F238E27FC236}">
                  <a16:creationId xmlns:a16="http://schemas.microsoft.com/office/drawing/2014/main" id="{DF64F121-3F07-730D-8F5A-5C3A3DC595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597775" y="565150"/>
              <a:ext cx="1327149" cy="476739"/>
            </a:xfrm>
            <a:prstGeom prst="wedgeRoundRectCallout">
              <a:avLst>
                <a:gd name="adj1" fmla="val -81120"/>
                <a:gd name="adj2" fmla="val 80481"/>
                <a:gd name="adj3" fmla="val 16667"/>
              </a:avLst>
            </a:prstGeom>
            <a:solidFill>
              <a:srgbClr val="F3F3F1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말풍선: 모서리가 둥근 사각형 41">
              <a:extLst>
                <a:ext uri="{FF2B5EF4-FFF2-40B4-BE49-F238E27FC236}">
                  <a16:creationId xmlns:a16="http://schemas.microsoft.com/office/drawing/2014/main" id="{660C4015-C48C-50CA-742A-FD2BC7E288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17100" y="817035"/>
              <a:ext cx="2187575" cy="1048707"/>
            </a:xfrm>
            <a:prstGeom prst="wedgeRoundRectCallout">
              <a:avLst>
                <a:gd name="adj1" fmla="val -36563"/>
                <a:gd name="adj2" fmla="val 81389"/>
                <a:gd name="adj3" fmla="val 16667"/>
              </a:avLst>
            </a:prstGeom>
            <a:solidFill>
              <a:srgbClr val="F2F2F2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말풍선: 모서리가 둥근 사각형 42">
              <a:extLst>
                <a:ext uri="{FF2B5EF4-FFF2-40B4-BE49-F238E27FC236}">
                  <a16:creationId xmlns:a16="http://schemas.microsoft.com/office/drawing/2014/main" id="{52DB9905-2C11-DABA-FCEE-A16DBB47F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615" y="3998120"/>
              <a:ext cx="1622426" cy="1064200"/>
            </a:xfrm>
            <a:prstGeom prst="wedgeRoundRectCallout">
              <a:avLst>
                <a:gd name="adj1" fmla="val 33153"/>
                <a:gd name="adj2" fmla="val -64798"/>
                <a:gd name="adj3" fmla="val 16667"/>
              </a:avLst>
            </a:prstGeom>
            <a:solidFill>
              <a:srgbClr val="F2F4F1"/>
            </a:solidFill>
            <a:ln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AC48A4F-523F-8B1D-A7B5-74E3816A617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697416" y="2811461"/>
              <a:ext cx="2707014" cy="327178"/>
              <a:chOff x="4697416" y="2811461"/>
              <a:chExt cx="2707014" cy="312889"/>
            </a:xfrm>
            <a:solidFill>
              <a:srgbClr val="F2F2F2"/>
            </a:solidFill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A32AE812-E35F-2C9C-452D-9673ED5474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67263" y="2811461"/>
                <a:ext cx="2576364" cy="312889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FD046FF5-3C55-1376-D325-5A43E5647F4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97416" y="2811461"/>
                <a:ext cx="122237" cy="312889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EFF8EC1F-9A6B-6494-9461-3639D8CAA5C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82193" y="2811461"/>
                <a:ext cx="122237" cy="312889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A6FCF75-62DB-C34D-93BF-F6A79200770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697417" y="3568945"/>
              <a:ext cx="2707013" cy="338686"/>
              <a:chOff x="4668704" y="2811461"/>
              <a:chExt cx="2735725" cy="312889"/>
            </a:xfrm>
            <a:solidFill>
              <a:srgbClr val="F2F2F2"/>
            </a:solidFill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8A26F00E-23DC-CD95-153A-2D190B284E2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35443" y="2811461"/>
                <a:ext cx="2608184" cy="312889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3A894F68-2A9E-434C-5B4D-CFF5039ABC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68704" y="2811461"/>
                <a:ext cx="122237" cy="312889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3DAAD5B5-0064-DCC4-CBF6-78442E0F2B3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82192" y="2811461"/>
                <a:ext cx="122237" cy="312889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4EF07D1C-19EE-4128-2E28-1542BB208CF9}"/>
                </a:ext>
              </a:extLst>
            </p:cNvPr>
            <p:cNvSpPr>
              <a:spLocks/>
            </p:cNvSpPr>
            <p:nvPr/>
          </p:nvSpPr>
          <p:spPr>
            <a:xfrm>
              <a:off x="8713788" y="3572120"/>
              <a:ext cx="1323177" cy="372819"/>
            </a:xfrm>
            <a:prstGeom prst="roundRect">
              <a:avLst>
                <a:gd name="adj" fmla="val 17035"/>
              </a:avLst>
            </a:prstGeom>
            <a:noFill/>
            <a:ln w="12700">
              <a:solidFill>
                <a:srgbClr val="7474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65ABD88F-B0D0-9D1C-3C12-8A27DD9D5477}"/>
                </a:ext>
              </a:extLst>
            </p:cNvPr>
            <p:cNvSpPr>
              <a:spLocks/>
            </p:cNvSpPr>
            <p:nvPr/>
          </p:nvSpPr>
          <p:spPr>
            <a:xfrm>
              <a:off x="8713788" y="4003165"/>
              <a:ext cx="1323177" cy="372819"/>
            </a:xfrm>
            <a:prstGeom prst="roundRect">
              <a:avLst>
                <a:gd name="adj" fmla="val 17035"/>
              </a:avLst>
            </a:prstGeom>
            <a:noFill/>
            <a:ln w="12700">
              <a:solidFill>
                <a:srgbClr val="7474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AD1AB294-2638-AA3F-321D-75852C717059}"/>
                </a:ext>
              </a:extLst>
            </p:cNvPr>
            <p:cNvSpPr>
              <a:spLocks/>
            </p:cNvSpPr>
            <p:nvPr/>
          </p:nvSpPr>
          <p:spPr>
            <a:xfrm>
              <a:off x="8713788" y="4434210"/>
              <a:ext cx="1323177" cy="372819"/>
            </a:xfrm>
            <a:prstGeom prst="roundRect">
              <a:avLst>
                <a:gd name="adj" fmla="val 17035"/>
              </a:avLst>
            </a:prstGeom>
            <a:noFill/>
            <a:ln w="12700">
              <a:solidFill>
                <a:srgbClr val="7474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0C6F02DD-8994-2020-167E-99B2B17A4538}"/>
                </a:ext>
              </a:extLst>
            </p:cNvPr>
            <p:cNvSpPr>
              <a:spLocks/>
            </p:cNvSpPr>
            <p:nvPr/>
          </p:nvSpPr>
          <p:spPr>
            <a:xfrm>
              <a:off x="11099006" y="4372095"/>
              <a:ext cx="783586" cy="372819"/>
            </a:xfrm>
            <a:prstGeom prst="roundRect">
              <a:avLst>
                <a:gd name="adj" fmla="val 17035"/>
              </a:avLst>
            </a:prstGeom>
            <a:noFill/>
            <a:ln w="12700">
              <a:solidFill>
                <a:srgbClr val="7474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08C297A3-8DC2-B8B1-DE5C-5DEFFC384D2F}"/>
                </a:ext>
              </a:extLst>
            </p:cNvPr>
            <p:cNvSpPr>
              <a:spLocks/>
            </p:cNvSpPr>
            <p:nvPr/>
          </p:nvSpPr>
          <p:spPr>
            <a:xfrm>
              <a:off x="11099006" y="3615777"/>
              <a:ext cx="783586" cy="372819"/>
            </a:xfrm>
            <a:prstGeom prst="roundRect">
              <a:avLst>
                <a:gd name="adj" fmla="val 17035"/>
              </a:avLst>
            </a:prstGeom>
            <a:noFill/>
            <a:ln w="12700">
              <a:solidFill>
                <a:srgbClr val="7474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순서도: 판단 65">
              <a:extLst>
                <a:ext uri="{FF2B5EF4-FFF2-40B4-BE49-F238E27FC236}">
                  <a16:creationId xmlns:a16="http://schemas.microsoft.com/office/drawing/2014/main" id="{208032F1-E1F1-6EDF-A93E-2E8023406175}"/>
                </a:ext>
              </a:extLst>
            </p:cNvPr>
            <p:cNvSpPr>
              <a:spLocks/>
            </p:cNvSpPr>
            <p:nvPr/>
          </p:nvSpPr>
          <p:spPr>
            <a:xfrm>
              <a:off x="10312496" y="3996761"/>
              <a:ext cx="598392" cy="372819"/>
            </a:xfrm>
            <a:prstGeom prst="flowChartDecision">
              <a:avLst/>
            </a:prstGeom>
            <a:noFill/>
            <a:ln w="12700">
              <a:solidFill>
                <a:srgbClr val="74747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168F7BED-AE26-A7EA-9A1C-FA10B45A929D}"/>
                </a:ext>
              </a:extLst>
            </p:cNvPr>
            <p:cNvSpPr/>
            <p:nvPr/>
          </p:nvSpPr>
          <p:spPr>
            <a:xfrm>
              <a:off x="5666575" y="1508093"/>
              <a:ext cx="1320008" cy="309424"/>
            </a:xfrm>
            <a:prstGeom prst="roundRect">
              <a:avLst>
                <a:gd name="adj" fmla="val 11382"/>
              </a:avLst>
            </a:prstGeom>
            <a:noFill/>
            <a:ln w="12700">
              <a:solidFill>
                <a:srgbClr val="152D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페이퍼로지 5 Medium" pitchFamily="2" charset="-127"/>
                  <a:ea typeface="페이퍼로지 5 Medium" pitchFamily="2" charset="-127"/>
                  <a:cs typeface="+mn-cs"/>
                </a:rPr>
                <a:t>        Auth Service</a:t>
              </a: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3249A02-C046-9E1F-D5EE-F171470A3A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7274" y="187324"/>
            <a:ext cx="8821963" cy="6047630"/>
            <a:chOff x="317274" y="187324"/>
            <a:chExt cx="8821963" cy="604763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4FFE99E-9324-C0A0-7477-2B014E17510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42802" t="1173" r="52302" b="91189"/>
            <a:stretch>
              <a:fillRect/>
            </a:stretch>
          </p:blipFill>
          <p:spPr>
            <a:xfrm>
              <a:off x="5216525" y="187324"/>
              <a:ext cx="596900" cy="50800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126B20E-91C9-2D39-8D4E-01FBBE063D5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51964" t="1258" r="43140" b="91104"/>
            <a:stretch>
              <a:fillRect/>
            </a:stretch>
          </p:blipFill>
          <p:spPr>
            <a:xfrm>
              <a:off x="6335712" y="187324"/>
              <a:ext cx="596900" cy="50800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A29CE6D-1738-C349-7106-EEC3BE9BEE1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41291" t="17756" r="54432" b="74606"/>
            <a:stretch>
              <a:fillRect/>
            </a:stretch>
          </p:blipFill>
          <p:spPr>
            <a:xfrm>
              <a:off x="5033963" y="1284604"/>
              <a:ext cx="521494" cy="50800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F581091-BE1B-694D-9F4C-3BE345F83FB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47027" t="21392" r="51137" b="74606"/>
            <a:stretch>
              <a:fillRect/>
            </a:stretch>
          </p:blipFill>
          <p:spPr>
            <a:xfrm>
              <a:off x="5734050" y="1526381"/>
              <a:ext cx="223838" cy="26622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20FA516-E453-4D9E-5857-45A3EF96ED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12591" t="30358" r="83621" b="62505"/>
            <a:stretch>
              <a:fillRect/>
            </a:stretch>
          </p:blipFill>
          <p:spPr>
            <a:xfrm>
              <a:off x="1535113" y="2122489"/>
              <a:ext cx="461962" cy="47466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D0A1619-7E45-C493-7E46-6C0B41AA4FB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12588" t="48740" r="83624" b="44123"/>
            <a:stretch>
              <a:fillRect/>
            </a:stretch>
          </p:blipFill>
          <p:spPr>
            <a:xfrm>
              <a:off x="1535113" y="3345184"/>
              <a:ext cx="461962" cy="47466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D0991D6-BE2F-AFFB-8C7F-64BA58FBA9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38440" t="32752" r="57772" b="60111"/>
            <a:stretch>
              <a:fillRect/>
            </a:stretch>
          </p:blipFill>
          <p:spPr>
            <a:xfrm>
              <a:off x="4687888" y="2281879"/>
              <a:ext cx="461962" cy="47466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987C7DC-3336-2A2B-7F3C-7C7EEA05DB6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71193" t="30625" r="25019" b="62238"/>
            <a:stretch>
              <a:fillRect/>
            </a:stretch>
          </p:blipFill>
          <p:spPr>
            <a:xfrm>
              <a:off x="8677275" y="2133604"/>
              <a:ext cx="461962" cy="474662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E1AAFCF-FE19-B44D-E86C-CA85091DCE4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71180" t="43443" r="25032" b="49420"/>
            <a:stretch>
              <a:fillRect/>
            </a:stretch>
          </p:blipFill>
          <p:spPr>
            <a:xfrm>
              <a:off x="8677275" y="2992439"/>
              <a:ext cx="461962" cy="47466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64E8B14-C907-673A-72DB-3E0E662CEA2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34680" t="66118" r="61532" b="26745"/>
            <a:stretch>
              <a:fillRect/>
            </a:stretch>
          </p:blipFill>
          <p:spPr>
            <a:xfrm>
              <a:off x="4225926" y="4498229"/>
              <a:ext cx="461962" cy="47466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772158F-9EF1-AB06-11D9-E201C7A2B3F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51913" t="74312" r="44299" b="18551"/>
            <a:stretch>
              <a:fillRect/>
            </a:stretch>
          </p:blipFill>
          <p:spPr>
            <a:xfrm>
              <a:off x="6330949" y="5045916"/>
              <a:ext cx="461962" cy="47466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D587AD7-6AE0-8D20-E3A7-52C64080DB1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71152" t="76574" r="25060" b="16665"/>
            <a:stretch>
              <a:fillRect/>
            </a:stretch>
          </p:blipFill>
          <p:spPr>
            <a:xfrm>
              <a:off x="8677275" y="5207794"/>
              <a:ext cx="461962" cy="449626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2D02D2E-610B-D799-9A34-5792C03AF4D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2305" t="59334" r="93097" b="29573"/>
            <a:stretch>
              <a:fillRect/>
            </a:stretch>
          </p:blipFill>
          <p:spPr>
            <a:xfrm>
              <a:off x="317274" y="4071484"/>
              <a:ext cx="560784" cy="73779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8CDD7BC6-11A6-AC2B-AC20-60BD1A2ED2F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14189" t="85053" r="82023" b="7810"/>
            <a:stretch>
              <a:fillRect/>
            </a:stretch>
          </p:blipFill>
          <p:spPr>
            <a:xfrm>
              <a:off x="1730376" y="5760292"/>
              <a:ext cx="461962" cy="47466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B7CEF85-0706-34D9-49B0-711E45DDF5E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27740" t="85074" r="68472" b="7789"/>
            <a:stretch>
              <a:fillRect/>
            </a:stretch>
          </p:blipFill>
          <p:spPr>
            <a:xfrm>
              <a:off x="3392440" y="5760292"/>
              <a:ext cx="461962" cy="47466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9EDB161-A753-CF4C-7A45-923BF452935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alphaModFix/>
            </a:blip>
            <a:srcRect l="44857" t="85053" r="51355" b="7810"/>
            <a:stretch>
              <a:fillRect/>
            </a:stretch>
          </p:blipFill>
          <p:spPr>
            <a:xfrm>
              <a:off x="5478461" y="5760292"/>
              <a:ext cx="461962" cy="474662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72695E0C-BCAD-2259-C646-17C26C25C6B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97931" y="4068895"/>
              <a:ext cx="768163" cy="749873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280DF3B-869E-065A-A4E6-587DDAE70A21}"/>
              </a:ext>
            </a:extLst>
          </p:cNvPr>
          <p:cNvSpPr txBox="1"/>
          <p:nvPr/>
        </p:nvSpPr>
        <p:spPr>
          <a:xfrm>
            <a:off x="5161107" y="649971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Chat UI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487F3-661A-502F-B53F-77F3AD5F0BDE}"/>
              </a:ext>
            </a:extLst>
          </p:cNvPr>
          <p:cNvSpPr txBox="1"/>
          <p:nvPr/>
        </p:nvSpPr>
        <p:spPr>
          <a:xfrm>
            <a:off x="187325" y="1062699"/>
            <a:ext cx="1580113" cy="58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Presentation &amp;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Gateway Layer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42854A-4967-FD6A-5C14-2940B7D3E587}"/>
              </a:ext>
            </a:extLst>
          </p:cNvPr>
          <p:cNvSpPr txBox="1"/>
          <p:nvPr/>
        </p:nvSpPr>
        <p:spPr>
          <a:xfrm>
            <a:off x="6215854" y="649971"/>
            <a:ext cx="915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Admin UI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1D8A19A-4CD2-ABB9-F9D5-59E4EB9F1E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362" b="89145"/>
          <a:stretch>
            <a:fillRect/>
          </a:stretch>
        </p:blipFill>
        <p:spPr>
          <a:xfrm>
            <a:off x="137795" y="21236"/>
            <a:ext cx="2760029" cy="721888"/>
          </a:xfrm>
          <a:prstGeom prst="rect">
            <a:avLst/>
          </a:prstGeom>
        </p:spPr>
      </p:pic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E0E7300C-62A8-DAE0-EC8D-42FA90E5C7B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79559" y="585165"/>
            <a:ext cx="648000" cy="2340000"/>
          </a:xfrm>
          <a:prstGeom prst="bentConnector2">
            <a:avLst/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30A6004E-51D9-B732-3730-A4994454B8E3}"/>
              </a:ext>
            </a:extLst>
          </p:cNvPr>
          <p:cNvCxnSpPr>
            <a:cxnSpLocks/>
          </p:cNvCxnSpPr>
          <p:nvPr/>
        </p:nvCxnSpPr>
        <p:spPr>
          <a:xfrm>
            <a:off x="7138988" y="1431164"/>
            <a:ext cx="2520000" cy="648000"/>
          </a:xfrm>
          <a:prstGeom prst="bentConnector2">
            <a:avLst/>
          </a:prstGeom>
          <a:ln>
            <a:solidFill>
              <a:srgbClr val="152D3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F3BF34F8-F5AF-2641-8B36-725B3C87BDC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09071" y="722720"/>
            <a:ext cx="507447" cy="2196000"/>
          </a:xfrm>
          <a:prstGeom prst="bentConnector2">
            <a:avLst/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F756650-7D8B-735E-ACB2-BC94F3DBD57C}"/>
              </a:ext>
            </a:extLst>
          </p:cNvPr>
          <p:cNvSpPr txBox="1"/>
          <p:nvPr/>
        </p:nvSpPr>
        <p:spPr>
          <a:xfrm>
            <a:off x="7939274" y="1124982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gRPC/REST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5FFF64-74A1-5396-E2DF-2B74F5AC2C63}"/>
              </a:ext>
            </a:extLst>
          </p:cNvPr>
          <p:cNvSpPr txBox="1"/>
          <p:nvPr/>
        </p:nvSpPr>
        <p:spPr>
          <a:xfrm>
            <a:off x="187325" y="2725041"/>
            <a:ext cx="1481431" cy="58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Microservices</a:t>
            </a:r>
            <a:b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Processing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535C4474-928E-79FC-8391-83FEB3BFCC61}"/>
              </a:ext>
            </a:extLst>
          </p:cNvPr>
          <p:cNvCxnSpPr>
            <a:cxnSpLocks/>
          </p:cNvCxnSpPr>
          <p:nvPr/>
        </p:nvCxnSpPr>
        <p:spPr>
          <a:xfrm flipH="1" flipV="1">
            <a:off x="2665978" y="2696683"/>
            <a:ext cx="0" cy="554838"/>
          </a:xfrm>
          <a:prstGeom prst="straightConnector1">
            <a:avLst/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84B980D8-A170-B8BE-B5B8-3AEDD72286E1}"/>
              </a:ext>
            </a:extLst>
          </p:cNvPr>
          <p:cNvCxnSpPr>
            <a:cxnSpLocks/>
          </p:cNvCxnSpPr>
          <p:nvPr/>
        </p:nvCxnSpPr>
        <p:spPr>
          <a:xfrm rot="10800000">
            <a:off x="3686176" y="2360946"/>
            <a:ext cx="1011241" cy="576000"/>
          </a:xfrm>
          <a:prstGeom prst="bentConnector3">
            <a:avLst>
              <a:gd name="adj1" fmla="val 76868"/>
            </a:avLst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133AE2F6-FD53-C493-49E1-2DED71C84A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94154" y="3046067"/>
            <a:ext cx="1008000" cy="612000"/>
          </a:xfrm>
          <a:prstGeom prst="bentConnector3">
            <a:avLst>
              <a:gd name="adj1" fmla="val 77479"/>
            </a:avLst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8BE0C50-6FC6-0CB1-D2BF-01F779A6E87C}"/>
              </a:ext>
            </a:extLst>
          </p:cNvPr>
          <p:cNvSpPr txBox="1"/>
          <p:nvPr/>
        </p:nvSpPr>
        <p:spPr>
          <a:xfrm>
            <a:off x="187325" y="5931200"/>
            <a:ext cx="697883" cy="58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Data</a:t>
            </a:r>
            <a:b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Layer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B50027F-3E92-ED7B-9552-5A9F25348A5B}"/>
              </a:ext>
            </a:extLst>
          </p:cNvPr>
          <p:cNvSpPr txBox="1"/>
          <p:nvPr/>
        </p:nvSpPr>
        <p:spPr>
          <a:xfrm>
            <a:off x="5594906" y="1192241"/>
            <a:ext cx="1372555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API Gateway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5BA9EEF-430E-D5CB-7A68-BEA1DC997C7B}"/>
              </a:ext>
            </a:extLst>
          </p:cNvPr>
          <p:cNvSpPr txBox="1"/>
          <p:nvPr/>
        </p:nvSpPr>
        <p:spPr>
          <a:xfrm>
            <a:off x="3452370" y="1132079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파일 업로드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0FCA10-34B2-14F3-ABF4-728EE0C58EE7}"/>
              </a:ext>
            </a:extLst>
          </p:cNvPr>
          <p:cNvSpPr txBox="1"/>
          <p:nvPr/>
        </p:nvSpPr>
        <p:spPr>
          <a:xfrm>
            <a:off x="3266810" y="1589571"/>
            <a:ext cx="12740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비동기 </a:t>
            </a: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Task </a:t>
            </a: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예약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B4E4AB0-DA2B-ADB1-4D49-D93679B883A0}"/>
              </a:ext>
            </a:extLst>
          </p:cNvPr>
          <p:cNvSpPr txBox="1"/>
          <p:nvPr/>
        </p:nvSpPr>
        <p:spPr>
          <a:xfrm>
            <a:off x="7599033" y="602173"/>
            <a:ext cx="13356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p95 &lt; 250ms</a:t>
            </a:r>
          </a:p>
          <a:p>
            <a:pPr algn="ctr"/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Response Target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CA1A612-B9AC-40C3-62C9-B2F52A13079E}"/>
              </a:ext>
            </a:extLst>
          </p:cNvPr>
          <p:cNvSpPr txBox="1"/>
          <p:nvPr/>
        </p:nvSpPr>
        <p:spPr>
          <a:xfrm>
            <a:off x="9130253" y="2115031"/>
            <a:ext cx="1234570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채팅</a:t>
            </a: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 Service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1B70098-E479-B4DB-52B0-96DCBF8360F2}"/>
              </a:ext>
            </a:extLst>
          </p:cNvPr>
          <p:cNvSpPr txBox="1"/>
          <p:nvPr/>
        </p:nvSpPr>
        <p:spPr>
          <a:xfrm>
            <a:off x="9130253" y="2370267"/>
            <a:ext cx="134524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RAG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오케스트레이션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1165C9E-6F39-3CFB-0CF7-D10CC67B7824}"/>
              </a:ext>
            </a:extLst>
          </p:cNvPr>
          <p:cNvSpPr txBox="1"/>
          <p:nvPr/>
        </p:nvSpPr>
        <p:spPr>
          <a:xfrm>
            <a:off x="2014644" y="2107322"/>
            <a:ext cx="1234569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문서</a:t>
            </a: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 Service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751E956-2F87-7C54-4631-A3A603D891D3}"/>
              </a:ext>
            </a:extLst>
          </p:cNvPr>
          <p:cNvSpPr txBox="1"/>
          <p:nvPr/>
        </p:nvSpPr>
        <p:spPr>
          <a:xfrm>
            <a:off x="2014644" y="2362558"/>
            <a:ext cx="129394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메타데이터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&amp;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업로드</a:t>
            </a:r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24CF0FE-E910-A1CA-A3BC-88EF6AB7B179}"/>
              </a:ext>
            </a:extLst>
          </p:cNvPr>
          <p:cNvSpPr txBox="1"/>
          <p:nvPr/>
        </p:nvSpPr>
        <p:spPr>
          <a:xfrm>
            <a:off x="5154002" y="2339235"/>
            <a:ext cx="1889492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Redis </a:t>
            </a: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스트림 클러스터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B3F16C7-006D-7F17-6159-0D321A55FE78}"/>
              </a:ext>
            </a:extLst>
          </p:cNvPr>
          <p:cNvSpPr txBox="1"/>
          <p:nvPr/>
        </p:nvSpPr>
        <p:spPr>
          <a:xfrm>
            <a:off x="4852915" y="2847144"/>
            <a:ext cx="2351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Stream: “Document Ingested”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B43DEE9-FFAF-655C-A31D-D0B2174660D5}"/>
              </a:ext>
            </a:extLst>
          </p:cNvPr>
          <p:cNvSpPr txBox="1"/>
          <p:nvPr/>
        </p:nvSpPr>
        <p:spPr>
          <a:xfrm>
            <a:off x="4832612" y="3611137"/>
            <a:ext cx="23647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Stream: “Document Processed”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5718E6C-4BBD-0B90-F974-55BEAFE41622}"/>
              </a:ext>
            </a:extLst>
          </p:cNvPr>
          <p:cNvSpPr txBox="1"/>
          <p:nvPr/>
        </p:nvSpPr>
        <p:spPr>
          <a:xfrm>
            <a:off x="5412493" y="3229119"/>
            <a:ext cx="1329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비동기 메시지 버스</a:t>
            </a:r>
          </a:p>
        </p:txBody>
      </p:sp>
      <p:cxnSp>
        <p:nvCxnSpPr>
          <p:cNvPr id="110" name="연결선: 꺾임 74">
            <a:extLst>
              <a:ext uri="{FF2B5EF4-FFF2-40B4-BE49-F238E27FC236}">
                <a16:creationId xmlns:a16="http://schemas.microsoft.com/office/drawing/2014/main" id="{06EC3A2B-F164-E4F9-A2B7-2EF5FA97C6AD}"/>
              </a:ext>
            </a:extLst>
          </p:cNvPr>
          <p:cNvCxnSpPr>
            <a:cxnSpLocks/>
          </p:cNvCxnSpPr>
          <p:nvPr/>
        </p:nvCxnSpPr>
        <p:spPr>
          <a:xfrm flipH="1" flipV="1">
            <a:off x="3688260" y="3756892"/>
            <a:ext cx="1008000" cy="0"/>
          </a:xfrm>
          <a:prstGeom prst="straightConnector1">
            <a:avLst/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C9D3520-2566-395A-66DD-2B1F51D3205C}"/>
              </a:ext>
            </a:extLst>
          </p:cNvPr>
          <p:cNvSpPr txBox="1"/>
          <p:nvPr/>
        </p:nvSpPr>
        <p:spPr>
          <a:xfrm>
            <a:off x="2014646" y="3332465"/>
            <a:ext cx="1234570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엔진</a:t>
            </a: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 Service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B91939-6C95-2198-CCA0-A3C4F134F67B}"/>
              </a:ext>
            </a:extLst>
          </p:cNvPr>
          <p:cNvSpPr txBox="1"/>
          <p:nvPr/>
        </p:nvSpPr>
        <p:spPr>
          <a:xfrm>
            <a:off x="2014644" y="3587701"/>
            <a:ext cx="116089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Normalization</a:t>
            </a:r>
            <a:endParaRPr lang="ko-KR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17EDC18-6B10-B2FA-31E0-238EB7919D9D}"/>
              </a:ext>
            </a:extLst>
          </p:cNvPr>
          <p:cNvSpPr txBox="1"/>
          <p:nvPr/>
        </p:nvSpPr>
        <p:spPr>
          <a:xfrm>
            <a:off x="1887523" y="3877250"/>
            <a:ext cx="16770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latin typeface="페이퍼로지 5 Medium" pitchFamily="2" charset="-127"/>
                <a:ea typeface="페이퍼로지 5 Medium" pitchFamily="2" charset="-127"/>
              </a:rPr>
              <a:t>시멘틱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 정규화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 ( HWP/PDF </a:t>
            </a:r>
            <a:b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→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 Canonical JSON/md)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B8D3989-AB3A-30C9-5BC6-DF3DD55B3D6B}"/>
              </a:ext>
            </a:extLst>
          </p:cNvPr>
          <p:cNvSpPr txBox="1"/>
          <p:nvPr/>
        </p:nvSpPr>
        <p:spPr>
          <a:xfrm>
            <a:off x="495922" y="4786165"/>
            <a:ext cx="104387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컨텍스트 정규화</a:t>
            </a:r>
            <a:endParaRPr lang="ko-KR" altLang="en-US" dirty="0"/>
          </a:p>
        </p:txBody>
      </p:sp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EB4D2031-2FF0-4A00-9CFA-00F7569F4E1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35219" y="2315069"/>
            <a:ext cx="2484000" cy="2340000"/>
          </a:xfrm>
          <a:prstGeom prst="bentConnector3">
            <a:avLst>
              <a:gd name="adj1" fmla="val 14158"/>
            </a:avLst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꺾임 74">
            <a:extLst>
              <a:ext uri="{FF2B5EF4-FFF2-40B4-BE49-F238E27FC236}">
                <a16:creationId xmlns:a16="http://schemas.microsoft.com/office/drawing/2014/main" id="{CB22C046-9379-97E3-06C5-34E9BA4B2093}"/>
              </a:ext>
            </a:extLst>
          </p:cNvPr>
          <p:cNvCxnSpPr>
            <a:cxnSpLocks/>
          </p:cNvCxnSpPr>
          <p:nvPr/>
        </p:nvCxnSpPr>
        <p:spPr>
          <a:xfrm flipV="1">
            <a:off x="7430020" y="2975443"/>
            <a:ext cx="828000" cy="0"/>
          </a:xfrm>
          <a:prstGeom prst="straightConnector1">
            <a:avLst/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연결선: 꺾임 74">
            <a:extLst>
              <a:ext uri="{FF2B5EF4-FFF2-40B4-BE49-F238E27FC236}">
                <a16:creationId xmlns:a16="http://schemas.microsoft.com/office/drawing/2014/main" id="{3EE24076-2D51-2A9B-60B9-49B8957E38D1}"/>
              </a:ext>
            </a:extLst>
          </p:cNvPr>
          <p:cNvCxnSpPr>
            <a:cxnSpLocks/>
          </p:cNvCxnSpPr>
          <p:nvPr/>
        </p:nvCxnSpPr>
        <p:spPr>
          <a:xfrm flipV="1">
            <a:off x="7430020" y="3749635"/>
            <a:ext cx="828000" cy="0"/>
          </a:xfrm>
          <a:prstGeom prst="straightConnector1">
            <a:avLst/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232D988A-DC61-9E04-F154-BF8CC273E865}"/>
              </a:ext>
            </a:extLst>
          </p:cNvPr>
          <p:cNvSpPr txBox="1"/>
          <p:nvPr/>
        </p:nvSpPr>
        <p:spPr>
          <a:xfrm>
            <a:off x="7349607" y="2665983"/>
            <a:ext cx="8114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Pub/Sub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DEA7B0-6355-E879-A008-0E42F6EC6B95}"/>
              </a:ext>
            </a:extLst>
          </p:cNvPr>
          <p:cNvSpPr txBox="1"/>
          <p:nvPr/>
        </p:nvSpPr>
        <p:spPr>
          <a:xfrm>
            <a:off x="7349607" y="3453049"/>
            <a:ext cx="8114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Pub/Sub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25" name="연결선: 꺾임 74">
            <a:extLst>
              <a:ext uri="{FF2B5EF4-FFF2-40B4-BE49-F238E27FC236}">
                <a16:creationId xmlns:a16="http://schemas.microsoft.com/office/drawing/2014/main" id="{941814B9-B68C-9461-73A9-2BDC5C5205B8}"/>
              </a:ext>
            </a:extLst>
          </p:cNvPr>
          <p:cNvCxnSpPr>
            <a:cxnSpLocks/>
          </p:cNvCxnSpPr>
          <p:nvPr/>
        </p:nvCxnSpPr>
        <p:spPr>
          <a:xfrm flipH="1" flipV="1">
            <a:off x="5154002" y="3912936"/>
            <a:ext cx="0" cy="504000"/>
          </a:xfrm>
          <a:prstGeom prst="straightConnector1">
            <a:avLst/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연결선: 꺾임 74">
            <a:extLst>
              <a:ext uri="{FF2B5EF4-FFF2-40B4-BE49-F238E27FC236}">
                <a16:creationId xmlns:a16="http://schemas.microsoft.com/office/drawing/2014/main" id="{C783C5B8-F02B-D51A-54F3-CC1151D7C0E8}"/>
              </a:ext>
            </a:extLst>
          </p:cNvPr>
          <p:cNvCxnSpPr>
            <a:cxnSpLocks/>
          </p:cNvCxnSpPr>
          <p:nvPr/>
        </p:nvCxnSpPr>
        <p:spPr>
          <a:xfrm flipH="1" flipV="1">
            <a:off x="7043417" y="4050594"/>
            <a:ext cx="0" cy="972000"/>
          </a:xfrm>
          <a:prstGeom prst="straightConnector1">
            <a:avLst/>
          </a:prstGeom>
          <a:ln>
            <a:solidFill>
              <a:srgbClr val="152D3C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29245E3D-97A5-C884-D4A3-CA593FCEC0FF}"/>
              </a:ext>
            </a:extLst>
          </p:cNvPr>
          <p:cNvSpPr txBox="1"/>
          <p:nvPr/>
        </p:nvSpPr>
        <p:spPr>
          <a:xfrm>
            <a:off x="6709618" y="5052252"/>
            <a:ext cx="1429366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Audit Service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02BAC18-E5F7-2095-F4D8-4C971E026A12}"/>
              </a:ext>
            </a:extLst>
          </p:cNvPr>
          <p:cNvSpPr txBox="1"/>
          <p:nvPr/>
        </p:nvSpPr>
        <p:spPr>
          <a:xfrm>
            <a:off x="6719930" y="5307488"/>
            <a:ext cx="95410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내부 감사 자료</a:t>
            </a:r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D1621CC-39EB-A4EA-D616-EF3239E81EFB}"/>
              </a:ext>
            </a:extLst>
          </p:cNvPr>
          <p:cNvSpPr txBox="1"/>
          <p:nvPr/>
        </p:nvSpPr>
        <p:spPr>
          <a:xfrm>
            <a:off x="4693901" y="4463912"/>
            <a:ext cx="1262718" cy="58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Knowledge</a:t>
            </a:r>
            <a:b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Service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FF48CDF-0F11-8E70-FF88-CE4FB32FC1D1}"/>
              </a:ext>
            </a:extLst>
          </p:cNvPr>
          <p:cNvSpPr txBox="1"/>
          <p:nvPr/>
        </p:nvSpPr>
        <p:spPr>
          <a:xfrm>
            <a:off x="4423855" y="5071357"/>
            <a:ext cx="1508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지식베이스 접근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거버넌스</a:t>
            </a:r>
            <a:b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그래프 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&amp; ACL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ABC9D874-0773-B692-91C1-0885DEAF57E4}"/>
              </a:ext>
            </a:extLst>
          </p:cNvPr>
          <p:cNvCxnSpPr>
            <a:cxnSpLocks/>
          </p:cNvCxnSpPr>
          <p:nvPr/>
        </p:nvCxnSpPr>
        <p:spPr>
          <a:xfrm rot="5400000">
            <a:off x="1672448" y="4726220"/>
            <a:ext cx="1332457" cy="745162"/>
          </a:xfrm>
          <a:prstGeom prst="bentConnector3">
            <a:avLst>
              <a:gd name="adj1" fmla="val 50000"/>
            </a:avLst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7A87D2CC-AA9C-C62C-2981-44CFE074D0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786039" y="4933998"/>
            <a:ext cx="12700" cy="1652588"/>
          </a:xfrm>
          <a:prstGeom prst="bentConnector3">
            <a:avLst>
              <a:gd name="adj1" fmla="val 5232126"/>
            </a:avLst>
          </a:prstGeom>
          <a:ln>
            <a:solidFill>
              <a:srgbClr val="152D3C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5F8B0F2-1041-B33F-FF45-929383F8C66F}"/>
              </a:ext>
            </a:extLst>
          </p:cNvPr>
          <p:cNvSpPr txBox="1"/>
          <p:nvPr/>
        </p:nvSpPr>
        <p:spPr>
          <a:xfrm>
            <a:off x="1352248" y="6267697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H2</a:t>
            </a:r>
            <a:b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메타데이터 </a:t>
            </a: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DB)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063A721-6270-81D6-20AC-BC41367BFC70}"/>
              </a:ext>
            </a:extLst>
          </p:cNvPr>
          <p:cNvSpPr txBox="1"/>
          <p:nvPr/>
        </p:nvSpPr>
        <p:spPr>
          <a:xfrm>
            <a:off x="2483121" y="6267697"/>
            <a:ext cx="2271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Canonical Data Store</a:t>
            </a:r>
            <a:b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(JSON/Markdown Tree DB)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91CE045-8CF1-0E31-3CF4-DFA5896722DC}"/>
              </a:ext>
            </a:extLst>
          </p:cNvPr>
          <p:cNvSpPr txBox="1"/>
          <p:nvPr/>
        </p:nvSpPr>
        <p:spPr>
          <a:xfrm>
            <a:off x="4978619" y="6267697"/>
            <a:ext cx="1554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</a:rPr>
              <a:t>Knowledge Base</a:t>
            </a:r>
            <a:b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벡터</a:t>
            </a: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그래프</a:t>
            </a: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 DB)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1CF450C8-819C-F0A4-BE67-AB7ECD4361A7}"/>
              </a:ext>
            </a:extLst>
          </p:cNvPr>
          <p:cNvCxnSpPr>
            <a:cxnSpLocks/>
          </p:cNvCxnSpPr>
          <p:nvPr/>
        </p:nvCxnSpPr>
        <p:spPr>
          <a:xfrm flipH="1">
            <a:off x="5724067" y="5512843"/>
            <a:ext cx="0" cy="288000"/>
          </a:xfrm>
          <a:prstGeom prst="straightConnector1">
            <a:avLst/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93E11220-3C3C-0893-C58A-3673D1EFF2B6}"/>
              </a:ext>
            </a:extLst>
          </p:cNvPr>
          <p:cNvCxnSpPr>
            <a:cxnSpLocks/>
          </p:cNvCxnSpPr>
          <p:nvPr/>
        </p:nvCxnSpPr>
        <p:spPr>
          <a:xfrm flipH="1" flipV="1">
            <a:off x="9382006" y="6180610"/>
            <a:ext cx="359651" cy="0"/>
          </a:xfrm>
          <a:prstGeom prst="straightConnector1">
            <a:avLst/>
          </a:prstGeom>
          <a:ln>
            <a:solidFill>
              <a:srgbClr val="152D3C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3">
            <a:extLst>
              <a:ext uri="{FF2B5EF4-FFF2-40B4-BE49-F238E27FC236}">
                <a16:creationId xmlns:a16="http://schemas.microsoft.com/office/drawing/2014/main" id="{DA443F30-3537-F76C-0D18-05FA2BEC14BA}"/>
              </a:ext>
            </a:extLst>
          </p:cNvPr>
          <p:cNvCxnSpPr>
            <a:cxnSpLocks/>
          </p:cNvCxnSpPr>
          <p:nvPr/>
        </p:nvCxnSpPr>
        <p:spPr>
          <a:xfrm flipH="1" flipV="1">
            <a:off x="9382006" y="6419811"/>
            <a:ext cx="359651" cy="0"/>
          </a:xfrm>
          <a:prstGeom prst="straightConnector1">
            <a:avLst/>
          </a:prstGeom>
          <a:ln>
            <a:solidFill>
              <a:srgbClr val="152D3C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A04BDAB9-7F6D-31F1-65FB-97984F7497A6}"/>
              </a:ext>
            </a:extLst>
          </p:cNvPr>
          <p:cNvSpPr txBox="1"/>
          <p:nvPr/>
        </p:nvSpPr>
        <p:spPr>
          <a:xfrm>
            <a:off x="9756515" y="6046436"/>
            <a:ext cx="1818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동기적 처리 </a:t>
            </a: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gRPC/REST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00C2DE-DBF9-A70E-51F2-E8C85BEC4926}"/>
              </a:ext>
            </a:extLst>
          </p:cNvPr>
          <p:cNvSpPr txBox="1"/>
          <p:nvPr/>
        </p:nvSpPr>
        <p:spPr>
          <a:xfrm>
            <a:off x="9756515" y="6278664"/>
            <a:ext cx="218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페이퍼로지 5 Medium" pitchFamily="2" charset="-127"/>
                <a:ea typeface="페이퍼로지 5 Medium" pitchFamily="2" charset="-127"/>
              </a:rPr>
              <a:t>비동기적 처리 </a:t>
            </a:r>
            <a:r>
              <a:rPr lang="en-US" altLang="ko-KR" sz="1200" dirty="0">
                <a:latin typeface="페이퍼로지 5 Medium" pitchFamily="2" charset="-127"/>
                <a:ea typeface="페이퍼로지 5 Medium" pitchFamily="2" charset="-127"/>
              </a:rPr>
              <a:t>Redis Streams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B4C6760-58F4-BF0F-9F87-2F32BA8F5D4E}"/>
              </a:ext>
            </a:extLst>
          </p:cNvPr>
          <p:cNvSpPr txBox="1"/>
          <p:nvPr/>
        </p:nvSpPr>
        <p:spPr>
          <a:xfrm>
            <a:off x="9130253" y="2912253"/>
            <a:ext cx="1107932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AI Service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5A3C48E-CFB8-9F5C-35C4-78106273067E}"/>
              </a:ext>
            </a:extLst>
          </p:cNvPr>
          <p:cNvSpPr txBox="1"/>
          <p:nvPr/>
        </p:nvSpPr>
        <p:spPr>
          <a:xfrm>
            <a:off x="9130253" y="3152975"/>
            <a:ext cx="2193229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토큰 비용 최적화</a:t>
            </a:r>
            <a:r>
              <a:rPr lang="en-US" altLang="ko-KR" sz="10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모델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티어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라우팅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&amp; 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Confidence Scoring)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E7AD763-D543-3119-A63B-CEC618210C3C}"/>
              </a:ext>
            </a:extLst>
          </p:cNvPr>
          <p:cNvSpPr txBox="1"/>
          <p:nvPr/>
        </p:nvSpPr>
        <p:spPr>
          <a:xfrm>
            <a:off x="9000455" y="357771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페이퍼로지 5 Medium" pitchFamily="2" charset="-127"/>
                <a:ea typeface="페이퍼로지 5 Medium" pitchFamily="2" charset="-127"/>
              </a:rPr>
              <a:t>모델 </a:t>
            </a:r>
            <a:r>
              <a:rPr lang="ko-KR" altLang="en-US" sz="900" dirty="0" err="1">
                <a:latin typeface="페이퍼로지 5 Medium" pitchFamily="2" charset="-127"/>
                <a:ea typeface="페이퍼로지 5 Medium" pitchFamily="2" charset="-127"/>
              </a:rPr>
              <a:t>티어</a:t>
            </a:r>
            <a:endParaRPr lang="en-US" altLang="ko-KR" sz="900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/>
            <a:r>
              <a:rPr lang="ko-KR" altLang="en-US" sz="900" dirty="0">
                <a:latin typeface="페이퍼로지 5 Medium" pitchFamily="2" charset="-127"/>
                <a:ea typeface="페이퍼로지 5 Medium" pitchFamily="2" charset="-127"/>
              </a:rPr>
              <a:t>라우터 </a:t>
            </a:r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(L0)</a:t>
            </a:r>
            <a:endParaRPr lang="ko-KR" alt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54E1BD3-A7D1-BA44-1F3A-001CF2188B9E}"/>
              </a:ext>
            </a:extLst>
          </p:cNvPr>
          <p:cNvSpPr txBox="1"/>
          <p:nvPr/>
        </p:nvSpPr>
        <p:spPr>
          <a:xfrm>
            <a:off x="8944284" y="3996944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Confidence</a:t>
            </a:r>
            <a:b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Manager</a:t>
            </a:r>
            <a:endParaRPr lang="ko-KR" alt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22F4BCF-D4C0-9691-3E11-BEF66FF914C7}"/>
              </a:ext>
            </a:extLst>
          </p:cNvPr>
          <p:cNvSpPr txBox="1"/>
          <p:nvPr/>
        </p:nvSpPr>
        <p:spPr>
          <a:xfrm>
            <a:off x="9012345" y="4416176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Low-Cost</a:t>
            </a:r>
            <a:b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ko-KR" altLang="en-US" sz="900" dirty="0" err="1">
                <a:latin typeface="페이퍼로지 5 Medium" pitchFamily="2" charset="-127"/>
                <a:ea typeface="페이퍼로지 5 Medium" pitchFamily="2" charset="-127"/>
              </a:rPr>
              <a:t>임베딩</a:t>
            </a:r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900" dirty="0">
                <a:latin typeface="페이퍼로지 5 Medium" pitchFamily="2" charset="-127"/>
                <a:ea typeface="페이퍼로지 5 Medium" pitchFamily="2" charset="-127"/>
              </a:rPr>
              <a:t>모델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35836C2-5334-57C2-2871-AC0F5AF10D57}"/>
              </a:ext>
            </a:extLst>
          </p:cNvPr>
          <p:cNvSpPr txBox="1"/>
          <p:nvPr/>
        </p:nvSpPr>
        <p:spPr>
          <a:xfrm>
            <a:off x="11120774" y="3684762"/>
            <a:ext cx="766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Flash-Tier</a:t>
            </a:r>
            <a:endParaRPr lang="ko-KR" alt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A0EFDA2-BE0C-69DC-D4A2-42A19C235C28}"/>
              </a:ext>
            </a:extLst>
          </p:cNvPr>
          <p:cNvSpPr txBox="1"/>
          <p:nvPr/>
        </p:nvSpPr>
        <p:spPr>
          <a:xfrm>
            <a:off x="11172594" y="4450916"/>
            <a:ext cx="6591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Pro-Tier</a:t>
            </a:r>
            <a:endParaRPr lang="ko-KR" alt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48AB5D4-ADC6-B346-D631-1216B80778CC}"/>
              </a:ext>
            </a:extLst>
          </p:cNvPr>
          <p:cNvSpPr txBox="1"/>
          <p:nvPr/>
        </p:nvSpPr>
        <p:spPr>
          <a:xfrm>
            <a:off x="11027409" y="3995109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Confidence</a:t>
            </a:r>
            <a:b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Score</a:t>
            </a:r>
            <a:endParaRPr lang="ko-KR" alt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56" name="연결선: 꺾임 155">
            <a:extLst>
              <a:ext uri="{FF2B5EF4-FFF2-40B4-BE49-F238E27FC236}">
                <a16:creationId xmlns:a16="http://schemas.microsoft.com/office/drawing/2014/main" id="{20249A90-4232-4AC9-A419-8F449899701C}"/>
              </a:ext>
            </a:extLst>
          </p:cNvPr>
          <p:cNvCxnSpPr>
            <a:cxnSpLocks/>
            <a:stCxn id="66" idx="1"/>
            <a:endCxn id="61" idx="3"/>
          </p:cNvCxnSpPr>
          <p:nvPr/>
        </p:nvCxnSpPr>
        <p:spPr>
          <a:xfrm rot="10800000">
            <a:off x="10036966" y="3758531"/>
            <a:ext cx="275531" cy="424641"/>
          </a:xfrm>
          <a:prstGeom prst="bentConnector3">
            <a:avLst>
              <a:gd name="adj1" fmla="val 50000"/>
            </a:avLst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꺾임 158">
            <a:extLst>
              <a:ext uri="{FF2B5EF4-FFF2-40B4-BE49-F238E27FC236}">
                <a16:creationId xmlns:a16="http://schemas.microsoft.com/office/drawing/2014/main" id="{5738A2D2-1E4D-651C-B112-5EAFDE3AC98A}"/>
              </a:ext>
            </a:extLst>
          </p:cNvPr>
          <p:cNvCxnSpPr>
            <a:cxnSpLocks/>
            <a:stCxn id="66" idx="1"/>
            <a:endCxn id="63" idx="3"/>
          </p:cNvCxnSpPr>
          <p:nvPr/>
        </p:nvCxnSpPr>
        <p:spPr>
          <a:xfrm rot="10800000" flipV="1">
            <a:off x="10036966" y="4183170"/>
            <a:ext cx="275531" cy="437449"/>
          </a:xfrm>
          <a:prstGeom prst="bentConnector3">
            <a:avLst>
              <a:gd name="adj1" fmla="val 50000"/>
            </a:avLst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66B3CAF3-CA20-096D-60A9-1CEDC3E8D1F1}"/>
              </a:ext>
            </a:extLst>
          </p:cNvPr>
          <p:cNvCxnSpPr>
            <a:cxnSpLocks/>
            <a:stCxn id="65" idx="1"/>
            <a:endCxn id="66" idx="3"/>
          </p:cNvCxnSpPr>
          <p:nvPr/>
        </p:nvCxnSpPr>
        <p:spPr>
          <a:xfrm rot="10800000" flipV="1">
            <a:off x="10910888" y="3802187"/>
            <a:ext cx="188118" cy="380984"/>
          </a:xfrm>
          <a:prstGeom prst="bentConnector3">
            <a:avLst>
              <a:gd name="adj1" fmla="val 71519"/>
            </a:avLst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ED96C826-9E09-DAD5-EBA5-5661A07FA188}"/>
              </a:ext>
            </a:extLst>
          </p:cNvPr>
          <p:cNvCxnSpPr>
            <a:cxnSpLocks/>
            <a:stCxn id="64" idx="1"/>
            <a:endCxn id="66" idx="3"/>
          </p:cNvCxnSpPr>
          <p:nvPr/>
        </p:nvCxnSpPr>
        <p:spPr>
          <a:xfrm rot="10800000">
            <a:off x="10910888" y="4183171"/>
            <a:ext cx="188118" cy="375334"/>
          </a:xfrm>
          <a:prstGeom prst="bentConnector3">
            <a:avLst>
              <a:gd name="adj1" fmla="val 70886"/>
            </a:avLst>
          </a:prstGeom>
          <a:ln>
            <a:solidFill>
              <a:srgbClr val="152D3C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142">
            <a:extLst>
              <a:ext uri="{FF2B5EF4-FFF2-40B4-BE49-F238E27FC236}">
                <a16:creationId xmlns:a16="http://schemas.microsoft.com/office/drawing/2014/main" id="{FDA28DB2-FFF9-5273-BD89-47B4A7E2847B}"/>
              </a:ext>
            </a:extLst>
          </p:cNvPr>
          <p:cNvCxnSpPr>
            <a:cxnSpLocks/>
          </p:cNvCxnSpPr>
          <p:nvPr/>
        </p:nvCxnSpPr>
        <p:spPr>
          <a:xfrm flipH="1">
            <a:off x="10041729" y="4183171"/>
            <a:ext cx="216000" cy="0"/>
          </a:xfrm>
          <a:prstGeom prst="straightConnector1">
            <a:avLst/>
          </a:prstGeom>
          <a:ln>
            <a:solidFill>
              <a:srgbClr val="152D3C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AF32F156-747C-BF3B-465D-A2DB6052FFC7}"/>
              </a:ext>
            </a:extLst>
          </p:cNvPr>
          <p:cNvSpPr txBox="1"/>
          <p:nvPr/>
        </p:nvSpPr>
        <p:spPr>
          <a:xfrm>
            <a:off x="10371400" y="4078168"/>
            <a:ext cx="4924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페이퍼로지 5 Medium" pitchFamily="2" charset="-127"/>
                <a:ea typeface="페이퍼로지 5 Medium" pitchFamily="2" charset="-127"/>
              </a:rPr>
              <a:t>LLMs</a:t>
            </a:r>
            <a:endParaRPr lang="ko-KR" altLang="en-US" sz="9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EC00FB6-9B0B-3A0D-A2D0-7D2F1EF1046B}"/>
              </a:ext>
            </a:extLst>
          </p:cNvPr>
          <p:cNvSpPr txBox="1"/>
          <p:nvPr/>
        </p:nvSpPr>
        <p:spPr>
          <a:xfrm>
            <a:off x="9879481" y="881767"/>
            <a:ext cx="1574470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근거 기반 답변 샘플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AF14012-9D49-FEB0-EA8C-B6EF51DE06EF}"/>
              </a:ext>
            </a:extLst>
          </p:cNvPr>
          <p:cNvSpPr txBox="1"/>
          <p:nvPr/>
        </p:nvSpPr>
        <p:spPr>
          <a:xfrm>
            <a:off x="9879481" y="1137003"/>
            <a:ext cx="1548822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생성형 답변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</a:b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근거 좌표 링크</a:t>
            </a:r>
            <a:b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</a:b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페이지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X,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바운딩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 박스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Y)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4F4921F-3CF2-B224-5577-E129FFB8D9DE}"/>
              </a:ext>
            </a:extLst>
          </p:cNvPr>
          <p:cNvSpPr txBox="1"/>
          <p:nvPr/>
        </p:nvSpPr>
        <p:spPr>
          <a:xfrm>
            <a:off x="10665026" y="2138571"/>
            <a:ext cx="1389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근거기반 </a:t>
            </a:r>
            <a:r>
              <a:rPr lang="en-US" altLang="ko-KR" sz="12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Q&amp;A</a:t>
            </a:r>
          </a:p>
          <a:p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Traceablility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: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+mn-cs"/>
              </a:rPr>
              <a:t>P</a:t>
            </a:r>
            <a:r>
              <a:rPr lang="en-US" altLang="ko-KR" sz="12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age X, </a:t>
            </a:r>
            <a:r>
              <a:rPr lang="en-US" altLang="ko-KR" sz="1200" dirty="0" err="1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Bbox</a:t>
            </a:r>
            <a:r>
              <a:rPr lang="en-US" altLang="ko-KR" sz="12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 Y)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2B5350D-CD2A-3B0D-90F7-649F1840D184}"/>
              </a:ext>
            </a:extLst>
          </p:cNvPr>
          <p:cNvSpPr txBox="1"/>
          <p:nvPr/>
        </p:nvSpPr>
        <p:spPr>
          <a:xfrm>
            <a:off x="9042692" y="5176823"/>
            <a:ext cx="1678666" cy="322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Adapter Service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D33C3F2-32EE-FD35-0913-8ADB25A336A3}"/>
              </a:ext>
            </a:extLst>
          </p:cNvPr>
          <p:cNvSpPr txBox="1"/>
          <p:nvPr/>
        </p:nvSpPr>
        <p:spPr>
          <a:xfrm>
            <a:off x="9090570" y="5432059"/>
            <a:ext cx="107273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모델 어댑터 허브</a:t>
            </a:r>
            <a:endParaRPr lang="ko-KR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A6078D9-8B3D-14AE-3FFC-F5519D7FF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5319" y="5421696"/>
            <a:ext cx="181636" cy="18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1A01243-8716-1D70-8AF8-81DFCA8FF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0847" y="5384597"/>
            <a:ext cx="221851" cy="22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7" name="연결선: 꺾임 186">
            <a:extLst>
              <a:ext uri="{FF2B5EF4-FFF2-40B4-BE49-F238E27FC236}">
                <a16:creationId xmlns:a16="http://schemas.microsoft.com/office/drawing/2014/main" id="{EE6A39FB-E618-BA82-0018-BDE2CC47581F}"/>
              </a:ext>
            </a:extLst>
          </p:cNvPr>
          <p:cNvCxnSpPr>
            <a:cxnSpLocks/>
          </p:cNvCxnSpPr>
          <p:nvPr/>
        </p:nvCxnSpPr>
        <p:spPr>
          <a:xfrm>
            <a:off x="10678942" y="5441918"/>
            <a:ext cx="320577" cy="0"/>
          </a:xfrm>
          <a:prstGeom prst="straightConnector1">
            <a:avLst/>
          </a:prstGeom>
          <a:ln>
            <a:solidFill>
              <a:srgbClr val="152D3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480DC516-5C82-E96C-4EAB-E119FF5A326C}"/>
              </a:ext>
            </a:extLst>
          </p:cNvPr>
          <p:cNvSpPr txBox="1"/>
          <p:nvPr/>
        </p:nvSpPr>
        <p:spPr>
          <a:xfrm>
            <a:off x="11091434" y="5156841"/>
            <a:ext cx="849913" cy="2734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LLM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APIs</a:t>
            </a:r>
            <a:endParaRPr lang="ko-KR" altLang="en-US" sz="1050" dirty="0">
              <a:latin typeface="페이퍼로지 7 Bold" pitchFamily="2" charset="-127"/>
              <a:ea typeface="페이퍼로지 7 Bold" pitchFamily="2" charset="-127"/>
            </a:endParaRPr>
          </a:p>
        </p:txBody>
      </p:sp>
      <p:cxnSp>
        <p:nvCxnSpPr>
          <p:cNvPr id="191" name="연결선: 꺾임 186">
            <a:extLst>
              <a:ext uri="{FF2B5EF4-FFF2-40B4-BE49-F238E27FC236}">
                <a16:creationId xmlns:a16="http://schemas.microsoft.com/office/drawing/2014/main" id="{AB2B41BF-8899-BC10-9E7F-CD5F768E1972}"/>
              </a:ext>
            </a:extLst>
          </p:cNvPr>
          <p:cNvCxnSpPr>
            <a:cxnSpLocks/>
          </p:cNvCxnSpPr>
          <p:nvPr/>
        </p:nvCxnSpPr>
        <p:spPr>
          <a:xfrm>
            <a:off x="9680790" y="4901827"/>
            <a:ext cx="0" cy="245885"/>
          </a:xfrm>
          <a:prstGeom prst="straightConnector1">
            <a:avLst/>
          </a:prstGeom>
          <a:ln>
            <a:solidFill>
              <a:srgbClr val="152D3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연결선: 꺾임 186">
            <a:extLst>
              <a:ext uri="{FF2B5EF4-FFF2-40B4-BE49-F238E27FC236}">
                <a16:creationId xmlns:a16="http://schemas.microsoft.com/office/drawing/2014/main" id="{693D1756-4129-E201-3B1C-EEF08B5AF8C1}"/>
              </a:ext>
            </a:extLst>
          </p:cNvPr>
          <p:cNvCxnSpPr>
            <a:cxnSpLocks/>
          </p:cNvCxnSpPr>
          <p:nvPr/>
        </p:nvCxnSpPr>
        <p:spPr>
          <a:xfrm>
            <a:off x="9626935" y="2649583"/>
            <a:ext cx="0" cy="245885"/>
          </a:xfrm>
          <a:prstGeom prst="straightConnector1">
            <a:avLst/>
          </a:prstGeom>
          <a:ln>
            <a:solidFill>
              <a:srgbClr val="152D3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연결선: 꺾임 186">
            <a:extLst>
              <a:ext uri="{FF2B5EF4-FFF2-40B4-BE49-F238E27FC236}">
                <a16:creationId xmlns:a16="http://schemas.microsoft.com/office/drawing/2014/main" id="{5A47923E-A9A2-AC6E-CFBA-513B31EE3E57}"/>
              </a:ext>
            </a:extLst>
          </p:cNvPr>
          <p:cNvCxnSpPr>
            <a:cxnSpLocks/>
          </p:cNvCxnSpPr>
          <p:nvPr/>
        </p:nvCxnSpPr>
        <p:spPr>
          <a:xfrm>
            <a:off x="5564278" y="873510"/>
            <a:ext cx="0" cy="245885"/>
          </a:xfrm>
          <a:prstGeom prst="straightConnector1">
            <a:avLst/>
          </a:prstGeom>
          <a:ln>
            <a:solidFill>
              <a:srgbClr val="152D3C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연결선: 꺾임 186">
            <a:extLst>
              <a:ext uri="{FF2B5EF4-FFF2-40B4-BE49-F238E27FC236}">
                <a16:creationId xmlns:a16="http://schemas.microsoft.com/office/drawing/2014/main" id="{0E039AF6-1CC8-85DF-A80C-500C04D63B13}"/>
              </a:ext>
            </a:extLst>
          </p:cNvPr>
          <p:cNvCxnSpPr>
            <a:cxnSpLocks/>
          </p:cNvCxnSpPr>
          <p:nvPr/>
        </p:nvCxnSpPr>
        <p:spPr>
          <a:xfrm>
            <a:off x="6673575" y="870938"/>
            <a:ext cx="0" cy="245885"/>
          </a:xfrm>
          <a:prstGeom prst="straightConnector1">
            <a:avLst/>
          </a:prstGeom>
          <a:ln>
            <a:solidFill>
              <a:srgbClr val="152D3C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7872099-C432-64A4-98BB-A50D59CB3CE7}"/>
              </a:ext>
            </a:extLst>
          </p:cNvPr>
          <p:cNvSpPr/>
          <p:nvPr/>
        </p:nvSpPr>
        <p:spPr>
          <a:xfrm>
            <a:off x="928202" y="4411012"/>
            <a:ext cx="125704" cy="88134"/>
          </a:xfrm>
          <a:prstGeom prst="rightArrow">
            <a:avLst>
              <a:gd name="adj1" fmla="val 50000"/>
              <a:gd name="adj2" fmla="val 7354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880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207</Words>
  <Application>Microsoft Office PowerPoint</Application>
  <PresentationFormat>와이드스크린</PresentationFormat>
  <Paragraphs>53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페이퍼로지 5 Medium</vt:lpstr>
      <vt:lpstr>페이퍼로지 7 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도일 권</dc:creator>
  <cp:lastModifiedBy>도일 권</cp:lastModifiedBy>
  <cp:revision>3</cp:revision>
  <dcterms:created xsi:type="dcterms:W3CDTF">2026-03-12T05:15:44Z</dcterms:created>
  <dcterms:modified xsi:type="dcterms:W3CDTF">2026-03-13T06:02:26Z</dcterms:modified>
</cp:coreProperties>
</file>